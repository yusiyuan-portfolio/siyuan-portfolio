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330" r:id="rId2"/>
    <p:sldId id="257" r:id="rId3"/>
    <p:sldId id="304" r:id="rId4"/>
    <p:sldId id="375" r:id="rId5"/>
    <p:sldId id="260" r:id="rId6"/>
    <p:sldId id="377" r:id="rId7"/>
    <p:sldId id="307" r:id="rId8"/>
    <p:sldId id="376" r:id="rId9"/>
    <p:sldId id="389" r:id="rId10"/>
    <p:sldId id="258" r:id="rId11"/>
    <p:sldId id="374" r:id="rId12"/>
    <p:sldId id="259" r:id="rId13"/>
    <p:sldId id="331" r:id="rId14"/>
    <p:sldId id="352" r:id="rId15"/>
    <p:sldId id="390" r:id="rId16"/>
    <p:sldId id="399" r:id="rId17"/>
    <p:sldId id="398" r:id="rId18"/>
    <p:sldId id="396" r:id="rId19"/>
    <p:sldId id="397" r:id="rId20"/>
    <p:sldId id="322" r:id="rId21"/>
    <p:sldId id="392" r:id="rId22"/>
    <p:sldId id="401" r:id="rId23"/>
    <p:sldId id="402" r:id="rId24"/>
    <p:sldId id="324" r:id="rId25"/>
    <p:sldId id="277" r:id="rId26"/>
    <p:sldId id="379" r:id="rId27"/>
    <p:sldId id="381" r:id="rId28"/>
    <p:sldId id="380" r:id="rId29"/>
    <p:sldId id="382" r:id="rId30"/>
    <p:sldId id="383" r:id="rId31"/>
    <p:sldId id="385" r:id="rId32"/>
    <p:sldId id="386" r:id="rId33"/>
    <p:sldId id="387" r:id="rId34"/>
    <p:sldId id="393" r:id="rId35"/>
    <p:sldId id="320" r:id="rId36"/>
    <p:sldId id="388" r:id="rId37"/>
  </p:sldIdLst>
  <p:sldSz cx="12192000" cy="6858000"/>
  <p:notesSz cx="6858000" cy="9144000"/>
  <p:custDataLst>
    <p:tags r:id="rId4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10" userDrawn="1">
          <p15:clr>
            <a:srgbClr val="A4A3A4"/>
          </p15:clr>
        </p15:guide>
        <p15:guide id="2" pos="39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8540"/>
    <a:srgbClr val="FFE291"/>
    <a:srgbClr val="F7F7F7"/>
    <a:srgbClr val="E83223"/>
    <a:srgbClr val="102EA0"/>
    <a:srgbClr val="7F7F7F"/>
    <a:srgbClr val="595959"/>
    <a:srgbClr val="E732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3" autoAdjust="0"/>
    <p:restoredTop sz="94660"/>
  </p:normalViewPr>
  <p:slideViewPr>
    <p:cSldViewPr snapToGrid="0" showGuides="1">
      <p:cViewPr varScale="1">
        <p:scale>
          <a:sx n="123" d="100"/>
          <a:sy n="123" d="100"/>
        </p:scale>
        <p:origin x="202" y="101"/>
      </p:cViewPr>
      <p:guideLst>
        <p:guide orient="horz" pos="1910"/>
        <p:guide pos="39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2025/5/14</a:t>
            </a:fld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‹#›</a:t>
            </a:fld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MiSans Normal" pitchFamily="2" charset="-122"/>
                <a:ea typeface="MiSans Normal" pitchFamily="2" charset="-122"/>
                <a:cs typeface="MiSans Normal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MiSans Normal" pitchFamily="2" charset="-122"/>
                <a:ea typeface="MiSans Normal" pitchFamily="2" charset="-122"/>
                <a:cs typeface="MiSans Normal" pitchFamily="2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pPr/>
              <a:t>2025/5/14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MiSans Normal" pitchFamily="2" charset="-122"/>
                <a:ea typeface="MiSans Normal" pitchFamily="2" charset="-122"/>
                <a:cs typeface="MiSans Normal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MiSans Normal" pitchFamily="2" charset="-122"/>
                <a:ea typeface="MiSans Normal" pitchFamily="2" charset="-122"/>
                <a:cs typeface="MiSans Normal" pitchFamily="2" charset="-122"/>
              </a:defRPr>
            </a:lvl1pPr>
          </a:lstStyle>
          <a:p>
            <a:fld id="{A6837353-30EB-4A48-80EB-173D804AEFB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MiSans Normal" pitchFamily="2" charset="-122"/>
        <a:ea typeface="MiSans Normal" pitchFamily="2" charset="-122"/>
        <a:cs typeface="MiSans Normal" pitchFamily="2" charset="-122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MiSans Normal" pitchFamily="2" charset="-122"/>
        <a:ea typeface="MiSans Normal" pitchFamily="2" charset="-122"/>
        <a:cs typeface="MiSans Normal" pitchFamily="2" charset="-122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MiSans Normal" pitchFamily="2" charset="-122"/>
        <a:ea typeface="MiSans Normal" pitchFamily="2" charset="-122"/>
        <a:cs typeface="MiSans Normal" pitchFamily="2" charset="-122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MiSans Normal" pitchFamily="2" charset="-122"/>
        <a:ea typeface="MiSans Normal" pitchFamily="2" charset="-122"/>
        <a:cs typeface="MiSans Normal" pitchFamily="2" charset="-122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MiSans Normal" pitchFamily="2" charset="-122"/>
        <a:ea typeface="MiSans Normal" pitchFamily="2" charset="-122"/>
        <a:cs typeface="MiSans Normal" pitchFamily="2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MiSans Normal" pitchFamily="2" charset="-122"/>
                <a:ea typeface="MiSans Normal" pitchFamily="2" charset="-122"/>
                <a:cs typeface="MiSans Normal" pitchFamily="2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pPr/>
              <a:t>2025/5/14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MiSans Normal" pitchFamily="2" charset="-122"/>
                <a:ea typeface="MiSans Normal" pitchFamily="2" charset="-122"/>
                <a:cs typeface="MiSans Normal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MiSans Normal" pitchFamily="2" charset="-122"/>
                <a:ea typeface="MiSans Normal" pitchFamily="2" charset="-122"/>
                <a:cs typeface="MiSans Normal" pitchFamily="2" charset="-122"/>
              </a:defRPr>
            </a:lvl1pPr>
          </a:lstStyle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MiSans Normal" pitchFamily="2" charset="-122"/>
          <a:ea typeface="MiSans Normal" pitchFamily="2" charset="-122"/>
          <a:cs typeface="MiSans Normal" pitchFamily="2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MiSans Normal" pitchFamily="2" charset="-122"/>
          <a:ea typeface="MiSans Normal" pitchFamily="2" charset="-122"/>
          <a:cs typeface="MiSans Normal" pitchFamily="2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MiSans Normal" pitchFamily="2" charset="-122"/>
          <a:ea typeface="MiSans Normal" pitchFamily="2" charset="-122"/>
          <a:cs typeface="MiSans Normal" pitchFamily="2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MiSans Normal" pitchFamily="2" charset="-122"/>
          <a:ea typeface="MiSans Normal" pitchFamily="2" charset="-122"/>
          <a:cs typeface="MiSans Normal" pitchFamily="2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MiSans Normal" pitchFamily="2" charset="-122"/>
          <a:ea typeface="MiSans Normal" pitchFamily="2" charset="-122"/>
          <a:cs typeface="MiSans Normal" pitchFamily="2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MiSans Normal" pitchFamily="2" charset="-122"/>
          <a:ea typeface="MiSans Normal" pitchFamily="2" charset="-122"/>
          <a:cs typeface="MiSans Normal" pitchFamily="2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13" Type="http://schemas.openxmlformats.org/officeDocument/2006/relationships/tags" Target="../tags/tag17.xml"/><Relationship Id="rId18" Type="http://schemas.openxmlformats.org/officeDocument/2006/relationships/tags" Target="../tags/tag22.xml"/><Relationship Id="rId26" Type="http://schemas.openxmlformats.org/officeDocument/2006/relationships/tags" Target="../tags/tag30.xml"/><Relationship Id="rId3" Type="http://schemas.openxmlformats.org/officeDocument/2006/relationships/tags" Target="../tags/tag7.xml"/><Relationship Id="rId21" Type="http://schemas.openxmlformats.org/officeDocument/2006/relationships/tags" Target="../tags/tag25.xml"/><Relationship Id="rId7" Type="http://schemas.openxmlformats.org/officeDocument/2006/relationships/tags" Target="../tags/tag11.xml"/><Relationship Id="rId12" Type="http://schemas.openxmlformats.org/officeDocument/2006/relationships/tags" Target="../tags/tag16.xml"/><Relationship Id="rId17" Type="http://schemas.openxmlformats.org/officeDocument/2006/relationships/tags" Target="../tags/tag21.xml"/><Relationship Id="rId25" Type="http://schemas.openxmlformats.org/officeDocument/2006/relationships/tags" Target="../tags/tag29.xml"/><Relationship Id="rId2" Type="http://schemas.openxmlformats.org/officeDocument/2006/relationships/tags" Target="../tags/tag6.xml"/><Relationship Id="rId16" Type="http://schemas.openxmlformats.org/officeDocument/2006/relationships/tags" Target="../tags/tag20.xml"/><Relationship Id="rId20" Type="http://schemas.openxmlformats.org/officeDocument/2006/relationships/tags" Target="../tags/tag24.xml"/><Relationship Id="rId29" Type="http://schemas.openxmlformats.org/officeDocument/2006/relationships/tags" Target="../tags/tag33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tags" Target="../tags/tag15.xml"/><Relationship Id="rId24" Type="http://schemas.openxmlformats.org/officeDocument/2006/relationships/tags" Target="../tags/tag28.xml"/><Relationship Id="rId5" Type="http://schemas.openxmlformats.org/officeDocument/2006/relationships/tags" Target="../tags/tag9.xml"/><Relationship Id="rId15" Type="http://schemas.openxmlformats.org/officeDocument/2006/relationships/tags" Target="../tags/tag19.xml"/><Relationship Id="rId23" Type="http://schemas.openxmlformats.org/officeDocument/2006/relationships/tags" Target="../tags/tag27.xml"/><Relationship Id="rId28" Type="http://schemas.openxmlformats.org/officeDocument/2006/relationships/tags" Target="../tags/tag32.xml"/><Relationship Id="rId10" Type="http://schemas.openxmlformats.org/officeDocument/2006/relationships/tags" Target="../tags/tag14.xml"/><Relationship Id="rId19" Type="http://schemas.openxmlformats.org/officeDocument/2006/relationships/tags" Target="../tags/tag23.xml"/><Relationship Id="rId31" Type="http://schemas.openxmlformats.org/officeDocument/2006/relationships/image" Target="../media/image4.jpeg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tags" Target="../tags/tag18.xml"/><Relationship Id="rId22" Type="http://schemas.openxmlformats.org/officeDocument/2006/relationships/tags" Target="../tags/tag26.xml"/><Relationship Id="rId27" Type="http://schemas.openxmlformats.org/officeDocument/2006/relationships/tags" Target="../tags/tag31.xml"/><Relationship Id="rId30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13" Type="http://schemas.openxmlformats.org/officeDocument/2006/relationships/tags" Target="../tags/tag46.xml"/><Relationship Id="rId18" Type="http://schemas.openxmlformats.org/officeDocument/2006/relationships/tags" Target="../tags/tag51.xml"/><Relationship Id="rId26" Type="http://schemas.openxmlformats.org/officeDocument/2006/relationships/tags" Target="../tags/tag59.xml"/><Relationship Id="rId3" Type="http://schemas.openxmlformats.org/officeDocument/2006/relationships/tags" Target="../tags/tag36.xml"/><Relationship Id="rId21" Type="http://schemas.openxmlformats.org/officeDocument/2006/relationships/tags" Target="../tags/tag54.xml"/><Relationship Id="rId7" Type="http://schemas.openxmlformats.org/officeDocument/2006/relationships/tags" Target="../tags/tag40.xml"/><Relationship Id="rId12" Type="http://schemas.openxmlformats.org/officeDocument/2006/relationships/tags" Target="../tags/tag45.xml"/><Relationship Id="rId17" Type="http://schemas.openxmlformats.org/officeDocument/2006/relationships/tags" Target="../tags/tag50.xml"/><Relationship Id="rId25" Type="http://schemas.openxmlformats.org/officeDocument/2006/relationships/tags" Target="../tags/tag58.xml"/><Relationship Id="rId2" Type="http://schemas.openxmlformats.org/officeDocument/2006/relationships/tags" Target="../tags/tag35.xml"/><Relationship Id="rId16" Type="http://schemas.openxmlformats.org/officeDocument/2006/relationships/tags" Target="../tags/tag49.xml"/><Relationship Id="rId20" Type="http://schemas.openxmlformats.org/officeDocument/2006/relationships/tags" Target="../tags/tag53.xml"/><Relationship Id="rId29" Type="http://schemas.openxmlformats.org/officeDocument/2006/relationships/image" Target="../media/image5.jpeg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tags" Target="../tags/tag44.xml"/><Relationship Id="rId24" Type="http://schemas.openxmlformats.org/officeDocument/2006/relationships/tags" Target="../tags/tag57.xml"/><Relationship Id="rId5" Type="http://schemas.openxmlformats.org/officeDocument/2006/relationships/tags" Target="../tags/tag38.xml"/><Relationship Id="rId15" Type="http://schemas.openxmlformats.org/officeDocument/2006/relationships/tags" Target="../tags/tag48.xml"/><Relationship Id="rId23" Type="http://schemas.openxmlformats.org/officeDocument/2006/relationships/tags" Target="../tags/tag56.xml"/><Relationship Id="rId28" Type="http://schemas.openxmlformats.org/officeDocument/2006/relationships/slideLayout" Target="../slideLayouts/slideLayout1.xml"/><Relationship Id="rId10" Type="http://schemas.openxmlformats.org/officeDocument/2006/relationships/tags" Target="../tags/tag43.xml"/><Relationship Id="rId19" Type="http://schemas.openxmlformats.org/officeDocument/2006/relationships/tags" Target="../tags/tag52.xml"/><Relationship Id="rId4" Type="http://schemas.openxmlformats.org/officeDocument/2006/relationships/tags" Target="../tags/tag37.xml"/><Relationship Id="rId9" Type="http://schemas.openxmlformats.org/officeDocument/2006/relationships/tags" Target="../tags/tag42.xml"/><Relationship Id="rId14" Type="http://schemas.openxmlformats.org/officeDocument/2006/relationships/tags" Target="../tags/tag47.xml"/><Relationship Id="rId22" Type="http://schemas.openxmlformats.org/officeDocument/2006/relationships/tags" Target="../tags/tag55.xml"/><Relationship Id="rId27" Type="http://schemas.openxmlformats.org/officeDocument/2006/relationships/tags" Target="../tags/tag60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13" Type="http://schemas.openxmlformats.org/officeDocument/2006/relationships/tags" Target="../tags/tag73.xml"/><Relationship Id="rId3" Type="http://schemas.openxmlformats.org/officeDocument/2006/relationships/tags" Target="../tags/tag63.xml"/><Relationship Id="rId7" Type="http://schemas.openxmlformats.org/officeDocument/2006/relationships/tags" Target="../tags/tag67.xml"/><Relationship Id="rId12" Type="http://schemas.openxmlformats.org/officeDocument/2006/relationships/tags" Target="../tags/tag72.xml"/><Relationship Id="rId2" Type="http://schemas.openxmlformats.org/officeDocument/2006/relationships/tags" Target="../tags/tag62.xml"/><Relationship Id="rId16" Type="http://schemas.openxmlformats.org/officeDocument/2006/relationships/slideLayout" Target="../slideLayouts/slideLayout1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tags" Target="../tags/tag71.xml"/><Relationship Id="rId5" Type="http://schemas.openxmlformats.org/officeDocument/2006/relationships/tags" Target="../tags/tag65.xml"/><Relationship Id="rId15" Type="http://schemas.openxmlformats.org/officeDocument/2006/relationships/tags" Target="../tags/tag75.xml"/><Relationship Id="rId10" Type="http://schemas.openxmlformats.org/officeDocument/2006/relationships/tags" Target="../tags/tag70.xml"/><Relationship Id="rId4" Type="http://schemas.openxmlformats.org/officeDocument/2006/relationships/tags" Target="../tags/tag64.xml"/><Relationship Id="rId9" Type="http://schemas.openxmlformats.org/officeDocument/2006/relationships/tags" Target="../tags/tag69.xml"/><Relationship Id="rId14" Type="http://schemas.openxmlformats.org/officeDocument/2006/relationships/tags" Target="../tags/tag7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78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tags" Target="../tags/tag84.xml"/><Relationship Id="rId7" Type="http://schemas.openxmlformats.org/officeDocument/2006/relationships/image" Target="../media/image8.png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image" Target="../media/image7.pn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8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93.xml"/><Relationship Id="rId13" Type="http://schemas.openxmlformats.org/officeDocument/2006/relationships/tags" Target="../tags/tag98.xml"/><Relationship Id="rId18" Type="http://schemas.openxmlformats.org/officeDocument/2006/relationships/tags" Target="../tags/tag103.xml"/><Relationship Id="rId3" Type="http://schemas.openxmlformats.org/officeDocument/2006/relationships/tags" Target="../tags/tag88.xml"/><Relationship Id="rId7" Type="http://schemas.openxmlformats.org/officeDocument/2006/relationships/tags" Target="../tags/tag92.xml"/><Relationship Id="rId12" Type="http://schemas.openxmlformats.org/officeDocument/2006/relationships/tags" Target="../tags/tag97.xml"/><Relationship Id="rId17" Type="http://schemas.openxmlformats.org/officeDocument/2006/relationships/tags" Target="../tags/tag102.xml"/><Relationship Id="rId2" Type="http://schemas.openxmlformats.org/officeDocument/2006/relationships/tags" Target="../tags/tag87.xml"/><Relationship Id="rId16" Type="http://schemas.openxmlformats.org/officeDocument/2006/relationships/tags" Target="../tags/tag101.xml"/><Relationship Id="rId20" Type="http://schemas.openxmlformats.org/officeDocument/2006/relationships/image" Target="../media/image10.png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11" Type="http://schemas.openxmlformats.org/officeDocument/2006/relationships/tags" Target="../tags/tag96.xml"/><Relationship Id="rId5" Type="http://schemas.openxmlformats.org/officeDocument/2006/relationships/tags" Target="../tags/tag90.xml"/><Relationship Id="rId15" Type="http://schemas.openxmlformats.org/officeDocument/2006/relationships/tags" Target="../tags/tag100.xml"/><Relationship Id="rId10" Type="http://schemas.openxmlformats.org/officeDocument/2006/relationships/tags" Target="../tags/tag95.xml"/><Relationship Id="rId19" Type="http://schemas.openxmlformats.org/officeDocument/2006/relationships/slideLayout" Target="../slideLayouts/slideLayout1.xml"/><Relationship Id="rId4" Type="http://schemas.openxmlformats.org/officeDocument/2006/relationships/tags" Target="../tags/tag89.xml"/><Relationship Id="rId9" Type="http://schemas.openxmlformats.org/officeDocument/2006/relationships/tags" Target="../tags/tag94.xml"/><Relationship Id="rId14" Type="http://schemas.openxmlformats.org/officeDocument/2006/relationships/tags" Target="../tags/tag9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11.xml"/><Relationship Id="rId13" Type="http://schemas.openxmlformats.org/officeDocument/2006/relationships/tags" Target="../tags/tag116.xml"/><Relationship Id="rId18" Type="http://schemas.openxmlformats.org/officeDocument/2006/relationships/tags" Target="../tags/tag121.xml"/><Relationship Id="rId3" Type="http://schemas.openxmlformats.org/officeDocument/2006/relationships/tags" Target="../tags/tag106.xml"/><Relationship Id="rId7" Type="http://schemas.openxmlformats.org/officeDocument/2006/relationships/tags" Target="../tags/tag110.xml"/><Relationship Id="rId12" Type="http://schemas.openxmlformats.org/officeDocument/2006/relationships/tags" Target="../tags/tag115.xml"/><Relationship Id="rId17" Type="http://schemas.openxmlformats.org/officeDocument/2006/relationships/tags" Target="../tags/tag120.xml"/><Relationship Id="rId2" Type="http://schemas.openxmlformats.org/officeDocument/2006/relationships/tags" Target="../tags/tag105.xml"/><Relationship Id="rId16" Type="http://schemas.openxmlformats.org/officeDocument/2006/relationships/tags" Target="../tags/tag119.xml"/><Relationship Id="rId20" Type="http://schemas.openxmlformats.org/officeDocument/2006/relationships/image" Target="../media/image10.png"/><Relationship Id="rId1" Type="http://schemas.openxmlformats.org/officeDocument/2006/relationships/tags" Target="../tags/tag104.xml"/><Relationship Id="rId6" Type="http://schemas.openxmlformats.org/officeDocument/2006/relationships/tags" Target="../tags/tag109.xml"/><Relationship Id="rId11" Type="http://schemas.openxmlformats.org/officeDocument/2006/relationships/tags" Target="../tags/tag114.xml"/><Relationship Id="rId5" Type="http://schemas.openxmlformats.org/officeDocument/2006/relationships/tags" Target="../tags/tag108.xml"/><Relationship Id="rId15" Type="http://schemas.openxmlformats.org/officeDocument/2006/relationships/tags" Target="../tags/tag118.xml"/><Relationship Id="rId10" Type="http://schemas.openxmlformats.org/officeDocument/2006/relationships/tags" Target="../tags/tag113.xml"/><Relationship Id="rId19" Type="http://schemas.openxmlformats.org/officeDocument/2006/relationships/slideLayout" Target="../slideLayouts/slideLayout1.xml"/><Relationship Id="rId4" Type="http://schemas.openxmlformats.org/officeDocument/2006/relationships/tags" Target="../tags/tag107.xml"/><Relationship Id="rId9" Type="http://schemas.openxmlformats.org/officeDocument/2006/relationships/tags" Target="../tags/tag112.xml"/><Relationship Id="rId14" Type="http://schemas.openxmlformats.org/officeDocument/2006/relationships/tags" Target="../tags/tag11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29.xml"/><Relationship Id="rId13" Type="http://schemas.openxmlformats.org/officeDocument/2006/relationships/tags" Target="../tags/tag134.xml"/><Relationship Id="rId18" Type="http://schemas.openxmlformats.org/officeDocument/2006/relationships/tags" Target="../tags/tag139.xml"/><Relationship Id="rId26" Type="http://schemas.openxmlformats.org/officeDocument/2006/relationships/image" Target="../media/image12.jpg"/><Relationship Id="rId3" Type="http://schemas.openxmlformats.org/officeDocument/2006/relationships/tags" Target="../tags/tag124.xml"/><Relationship Id="rId21" Type="http://schemas.openxmlformats.org/officeDocument/2006/relationships/tags" Target="../tags/tag142.xml"/><Relationship Id="rId7" Type="http://schemas.openxmlformats.org/officeDocument/2006/relationships/tags" Target="../tags/tag128.xml"/><Relationship Id="rId12" Type="http://schemas.openxmlformats.org/officeDocument/2006/relationships/tags" Target="../tags/tag133.xml"/><Relationship Id="rId17" Type="http://schemas.openxmlformats.org/officeDocument/2006/relationships/tags" Target="../tags/tag138.xml"/><Relationship Id="rId25" Type="http://schemas.openxmlformats.org/officeDocument/2006/relationships/image" Target="../media/image11.jpeg"/><Relationship Id="rId2" Type="http://schemas.openxmlformats.org/officeDocument/2006/relationships/tags" Target="../tags/tag123.xml"/><Relationship Id="rId16" Type="http://schemas.openxmlformats.org/officeDocument/2006/relationships/tags" Target="../tags/tag137.xml"/><Relationship Id="rId20" Type="http://schemas.openxmlformats.org/officeDocument/2006/relationships/tags" Target="../tags/tag141.xml"/><Relationship Id="rId1" Type="http://schemas.openxmlformats.org/officeDocument/2006/relationships/tags" Target="../tags/tag122.xml"/><Relationship Id="rId6" Type="http://schemas.openxmlformats.org/officeDocument/2006/relationships/tags" Target="../tags/tag127.xml"/><Relationship Id="rId11" Type="http://schemas.openxmlformats.org/officeDocument/2006/relationships/tags" Target="../tags/tag132.xml"/><Relationship Id="rId24" Type="http://schemas.openxmlformats.org/officeDocument/2006/relationships/slideLayout" Target="../slideLayouts/slideLayout1.xml"/><Relationship Id="rId5" Type="http://schemas.openxmlformats.org/officeDocument/2006/relationships/tags" Target="../tags/tag126.xml"/><Relationship Id="rId15" Type="http://schemas.openxmlformats.org/officeDocument/2006/relationships/tags" Target="../tags/tag136.xml"/><Relationship Id="rId23" Type="http://schemas.openxmlformats.org/officeDocument/2006/relationships/tags" Target="../tags/tag144.xml"/><Relationship Id="rId10" Type="http://schemas.openxmlformats.org/officeDocument/2006/relationships/tags" Target="../tags/tag131.xml"/><Relationship Id="rId19" Type="http://schemas.openxmlformats.org/officeDocument/2006/relationships/tags" Target="../tags/tag140.xml"/><Relationship Id="rId4" Type="http://schemas.openxmlformats.org/officeDocument/2006/relationships/tags" Target="../tags/tag125.xml"/><Relationship Id="rId9" Type="http://schemas.openxmlformats.org/officeDocument/2006/relationships/tags" Target="../tags/tag130.xml"/><Relationship Id="rId14" Type="http://schemas.openxmlformats.org/officeDocument/2006/relationships/tags" Target="../tags/tag135.xml"/><Relationship Id="rId22" Type="http://schemas.openxmlformats.org/officeDocument/2006/relationships/tags" Target="../tags/tag143.xml"/><Relationship Id="rId27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52.xml"/><Relationship Id="rId13" Type="http://schemas.openxmlformats.org/officeDocument/2006/relationships/tags" Target="../tags/tag157.xml"/><Relationship Id="rId18" Type="http://schemas.openxmlformats.org/officeDocument/2006/relationships/tags" Target="../tags/tag162.xml"/><Relationship Id="rId26" Type="http://schemas.openxmlformats.org/officeDocument/2006/relationships/tags" Target="../tags/tag170.xml"/><Relationship Id="rId3" Type="http://schemas.openxmlformats.org/officeDocument/2006/relationships/tags" Target="../tags/tag147.xml"/><Relationship Id="rId21" Type="http://schemas.openxmlformats.org/officeDocument/2006/relationships/tags" Target="../tags/tag165.xml"/><Relationship Id="rId7" Type="http://schemas.openxmlformats.org/officeDocument/2006/relationships/tags" Target="../tags/tag151.xml"/><Relationship Id="rId12" Type="http://schemas.openxmlformats.org/officeDocument/2006/relationships/tags" Target="../tags/tag156.xml"/><Relationship Id="rId17" Type="http://schemas.openxmlformats.org/officeDocument/2006/relationships/tags" Target="../tags/tag161.xml"/><Relationship Id="rId25" Type="http://schemas.openxmlformats.org/officeDocument/2006/relationships/tags" Target="../tags/tag169.xml"/><Relationship Id="rId2" Type="http://schemas.openxmlformats.org/officeDocument/2006/relationships/tags" Target="../tags/tag146.xml"/><Relationship Id="rId16" Type="http://schemas.openxmlformats.org/officeDocument/2006/relationships/tags" Target="../tags/tag160.xml"/><Relationship Id="rId20" Type="http://schemas.openxmlformats.org/officeDocument/2006/relationships/tags" Target="../tags/tag164.xml"/><Relationship Id="rId29" Type="http://schemas.openxmlformats.org/officeDocument/2006/relationships/tags" Target="../tags/tag173.xml"/><Relationship Id="rId1" Type="http://schemas.openxmlformats.org/officeDocument/2006/relationships/tags" Target="../tags/tag145.xml"/><Relationship Id="rId6" Type="http://schemas.openxmlformats.org/officeDocument/2006/relationships/tags" Target="../tags/tag150.xml"/><Relationship Id="rId11" Type="http://schemas.openxmlformats.org/officeDocument/2006/relationships/tags" Target="../tags/tag155.xml"/><Relationship Id="rId24" Type="http://schemas.openxmlformats.org/officeDocument/2006/relationships/tags" Target="../tags/tag168.xml"/><Relationship Id="rId32" Type="http://schemas.openxmlformats.org/officeDocument/2006/relationships/image" Target="../media/image14.png"/><Relationship Id="rId5" Type="http://schemas.openxmlformats.org/officeDocument/2006/relationships/tags" Target="../tags/tag149.xml"/><Relationship Id="rId15" Type="http://schemas.openxmlformats.org/officeDocument/2006/relationships/tags" Target="../tags/tag159.xml"/><Relationship Id="rId23" Type="http://schemas.openxmlformats.org/officeDocument/2006/relationships/tags" Target="../tags/tag167.xml"/><Relationship Id="rId28" Type="http://schemas.openxmlformats.org/officeDocument/2006/relationships/tags" Target="../tags/tag172.xml"/><Relationship Id="rId10" Type="http://schemas.openxmlformats.org/officeDocument/2006/relationships/tags" Target="../tags/tag154.xml"/><Relationship Id="rId19" Type="http://schemas.openxmlformats.org/officeDocument/2006/relationships/tags" Target="../tags/tag163.xml"/><Relationship Id="rId31" Type="http://schemas.openxmlformats.org/officeDocument/2006/relationships/slideLayout" Target="../slideLayouts/slideLayout1.xml"/><Relationship Id="rId4" Type="http://schemas.openxmlformats.org/officeDocument/2006/relationships/tags" Target="../tags/tag148.xml"/><Relationship Id="rId9" Type="http://schemas.openxmlformats.org/officeDocument/2006/relationships/tags" Target="../tags/tag153.xml"/><Relationship Id="rId14" Type="http://schemas.openxmlformats.org/officeDocument/2006/relationships/tags" Target="../tags/tag158.xml"/><Relationship Id="rId22" Type="http://schemas.openxmlformats.org/officeDocument/2006/relationships/tags" Target="../tags/tag166.xml"/><Relationship Id="rId27" Type="http://schemas.openxmlformats.org/officeDocument/2006/relationships/tags" Target="../tags/tag171.xml"/><Relationship Id="rId30" Type="http://schemas.openxmlformats.org/officeDocument/2006/relationships/tags" Target="../tags/tag17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182.xml"/><Relationship Id="rId13" Type="http://schemas.openxmlformats.org/officeDocument/2006/relationships/tags" Target="../tags/tag187.xml"/><Relationship Id="rId18" Type="http://schemas.openxmlformats.org/officeDocument/2006/relationships/tags" Target="../tags/tag192.xml"/><Relationship Id="rId26" Type="http://schemas.openxmlformats.org/officeDocument/2006/relationships/tags" Target="../tags/tag200.xml"/><Relationship Id="rId3" Type="http://schemas.openxmlformats.org/officeDocument/2006/relationships/tags" Target="../tags/tag177.xml"/><Relationship Id="rId21" Type="http://schemas.openxmlformats.org/officeDocument/2006/relationships/tags" Target="../tags/tag195.xml"/><Relationship Id="rId7" Type="http://schemas.openxmlformats.org/officeDocument/2006/relationships/tags" Target="../tags/tag181.xml"/><Relationship Id="rId12" Type="http://schemas.openxmlformats.org/officeDocument/2006/relationships/tags" Target="../tags/tag186.xml"/><Relationship Id="rId17" Type="http://schemas.openxmlformats.org/officeDocument/2006/relationships/tags" Target="../tags/tag191.xml"/><Relationship Id="rId25" Type="http://schemas.openxmlformats.org/officeDocument/2006/relationships/tags" Target="../tags/tag199.xml"/><Relationship Id="rId2" Type="http://schemas.openxmlformats.org/officeDocument/2006/relationships/tags" Target="../tags/tag176.xml"/><Relationship Id="rId16" Type="http://schemas.openxmlformats.org/officeDocument/2006/relationships/tags" Target="../tags/tag190.xml"/><Relationship Id="rId20" Type="http://schemas.openxmlformats.org/officeDocument/2006/relationships/tags" Target="../tags/tag194.xml"/><Relationship Id="rId29" Type="http://schemas.openxmlformats.org/officeDocument/2006/relationships/image" Target="../media/image16.jpeg"/><Relationship Id="rId1" Type="http://schemas.openxmlformats.org/officeDocument/2006/relationships/tags" Target="../tags/tag175.xml"/><Relationship Id="rId6" Type="http://schemas.openxmlformats.org/officeDocument/2006/relationships/tags" Target="../tags/tag180.xml"/><Relationship Id="rId11" Type="http://schemas.openxmlformats.org/officeDocument/2006/relationships/tags" Target="../tags/tag185.xml"/><Relationship Id="rId24" Type="http://schemas.openxmlformats.org/officeDocument/2006/relationships/tags" Target="../tags/tag198.xml"/><Relationship Id="rId5" Type="http://schemas.openxmlformats.org/officeDocument/2006/relationships/tags" Target="../tags/tag179.xml"/><Relationship Id="rId15" Type="http://schemas.openxmlformats.org/officeDocument/2006/relationships/tags" Target="../tags/tag189.xml"/><Relationship Id="rId23" Type="http://schemas.openxmlformats.org/officeDocument/2006/relationships/tags" Target="../tags/tag197.xml"/><Relationship Id="rId28" Type="http://schemas.openxmlformats.org/officeDocument/2006/relationships/image" Target="../media/image15.png"/><Relationship Id="rId10" Type="http://schemas.openxmlformats.org/officeDocument/2006/relationships/tags" Target="../tags/tag184.xml"/><Relationship Id="rId19" Type="http://schemas.openxmlformats.org/officeDocument/2006/relationships/tags" Target="../tags/tag193.xml"/><Relationship Id="rId4" Type="http://schemas.openxmlformats.org/officeDocument/2006/relationships/tags" Target="../tags/tag178.xml"/><Relationship Id="rId9" Type="http://schemas.openxmlformats.org/officeDocument/2006/relationships/tags" Target="../tags/tag183.xml"/><Relationship Id="rId14" Type="http://schemas.openxmlformats.org/officeDocument/2006/relationships/tags" Target="../tags/tag188.xml"/><Relationship Id="rId22" Type="http://schemas.openxmlformats.org/officeDocument/2006/relationships/tags" Target="../tags/tag196.xml"/><Relationship Id="rId27" Type="http://schemas.openxmlformats.org/officeDocument/2006/relationships/slideLayout" Target="../slideLayouts/slideLayout1.xml"/><Relationship Id="rId30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203.xml"/><Relationship Id="rId2" Type="http://schemas.openxmlformats.org/officeDocument/2006/relationships/tags" Target="../tags/tag202.xml"/><Relationship Id="rId1" Type="http://schemas.openxmlformats.org/officeDocument/2006/relationships/tags" Target="../tags/tag201.xml"/><Relationship Id="rId6" Type="http://schemas.openxmlformats.org/officeDocument/2006/relationships/image" Target="../media/image19.png"/><Relationship Id="rId5" Type="http://schemas.openxmlformats.org/officeDocument/2006/relationships/image" Target="../media/image18.jpg"/><Relationship Id="rId4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211.xml"/><Relationship Id="rId13" Type="http://schemas.openxmlformats.org/officeDocument/2006/relationships/tags" Target="../tags/tag216.xml"/><Relationship Id="rId18" Type="http://schemas.openxmlformats.org/officeDocument/2006/relationships/tags" Target="../tags/tag221.xml"/><Relationship Id="rId3" Type="http://schemas.openxmlformats.org/officeDocument/2006/relationships/tags" Target="../tags/tag206.xml"/><Relationship Id="rId21" Type="http://schemas.openxmlformats.org/officeDocument/2006/relationships/tags" Target="../tags/tag224.xml"/><Relationship Id="rId7" Type="http://schemas.openxmlformats.org/officeDocument/2006/relationships/tags" Target="../tags/tag210.xml"/><Relationship Id="rId12" Type="http://schemas.openxmlformats.org/officeDocument/2006/relationships/tags" Target="../tags/tag215.xml"/><Relationship Id="rId17" Type="http://schemas.openxmlformats.org/officeDocument/2006/relationships/tags" Target="../tags/tag220.xml"/><Relationship Id="rId25" Type="http://schemas.openxmlformats.org/officeDocument/2006/relationships/image" Target="../media/image21.png"/><Relationship Id="rId2" Type="http://schemas.openxmlformats.org/officeDocument/2006/relationships/tags" Target="../tags/tag205.xml"/><Relationship Id="rId16" Type="http://schemas.openxmlformats.org/officeDocument/2006/relationships/tags" Target="../tags/tag219.xml"/><Relationship Id="rId20" Type="http://schemas.openxmlformats.org/officeDocument/2006/relationships/tags" Target="../tags/tag223.xml"/><Relationship Id="rId1" Type="http://schemas.openxmlformats.org/officeDocument/2006/relationships/tags" Target="../tags/tag204.xml"/><Relationship Id="rId6" Type="http://schemas.openxmlformats.org/officeDocument/2006/relationships/tags" Target="../tags/tag209.xml"/><Relationship Id="rId11" Type="http://schemas.openxmlformats.org/officeDocument/2006/relationships/tags" Target="../tags/tag214.xml"/><Relationship Id="rId24" Type="http://schemas.openxmlformats.org/officeDocument/2006/relationships/image" Target="../media/image20.png"/><Relationship Id="rId5" Type="http://schemas.openxmlformats.org/officeDocument/2006/relationships/tags" Target="../tags/tag208.xml"/><Relationship Id="rId15" Type="http://schemas.openxmlformats.org/officeDocument/2006/relationships/tags" Target="../tags/tag218.xml"/><Relationship Id="rId23" Type="http://schemas.openxmlformats.org/officeDocument/2006/relationships/slideLayout" Target="../slideLayouts/slideLayout1.xml"/><Relationship Id="rId10" Type="http://schemas.openxmlformats.org/officeDocument/2006/relationships/tags" Target="../tags/tag213.xml"/><Relationship Id="rId19" Type="http://schemas.openxmlformats.org/officeDocument/2006/relationships/tags" Target="../tags/tag222.xml"/><Relationship Id="rId4" Type="http://schemas.openxmlformats.org/officeDocument/2006/relationships/tags" Target="../tags/tag207.xml"/><Relationship Id="rId9" Type="http://schemas.openxmlformats.org/officeDocument/2006/relationships/tags" Target="../tags/tag212.xml"/><Relationship Id="rId14" Type="http://schemas.openxmlformats.org/officeDocument/2006/relationships/tags" Target="../tags/tag217.xml"/><Relationship Id="rId22" Type="http://schemas.openxmlformats.org/officeDocument/2006/relationships/tags" Target="../tags/tag22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233.xml"/><Relationship Id="rId13" Type="http://schemas.openxmlformats.org/officeDocument/2006/relationships/tags" Target="../tags/tag238.xml"/><Relationship Id="rId18" Type="http://schemas.openxmlformats.org/officeDocument/2006/relationships/tags" Target="../tags/tag243.xml"/><Relationship Id="rId3" Type="http://schemas.openxmlformats.org/officeDocument/2006/relationships/tags" Target="../tags/tag228.xml"/><Relationship Id="rId21" Type="http://schemas.openxmlformats.org/officeDocument/2006/relationships/slideLayout" Target="../slideLayouts/slideLayout1.xml"/><Relationship Id="rId7" Type="http://schemas.openxmlformats.org/officeDocument/2006/relationships/tags" Target="../tags/tag232.xml"/><Relationship Id="rId12" Type="http://schemas.openxmlformats.org/officeDocument/2006/relationships/tags" Target="../tags/tag237.xml"/><Relationship Id="rId17" Type="http://schemas.openxmlformats.org/officeDocument/2006/relationships/tags" Target="../tags/tag242.xml"/><Relationship Id="rId2" Type="http://schemas.openxmlformats.org/officeDocument/2006/relationships/tags" Target="../tags/tag227.xml"/><Relationship Id="rId16" Type="http://schemas.openxmlformats.org/officeDocument/2006/relationships/tags" Target="../tags/tag241.xml"/><Relationship Id="rId20" Type="http://schemas.openxmlformats.org/officeDocument/2006/relationships/tags" Target="../tags/tag245.xml"/><Relationship Id="rId1" Type="http://schemas.openxmlformats.org/officeDocument/2006/relationships/tags" Target="../tags/tag226.xml"/><Relationship Id="rId6" Type="http://schemas.openxmlformats.org/officeDocument/2006/relationships/tags" Target="../tags/tag231.xml"/><Relationship Id="rId11" Type="http://schemas.openxmlformats.org/officeDocument/2006/relationships/tags" Target="../tags/tag236.xml"/><Relationship Id="rId5" Type="http://schemas.openxmlformats.org/officeDocument/2006/relationships/tags" Target="../tags/tag230.xml"/><Relationship Id="rId15" Type="http://schemas.openxmlformats.org/officeDocument/2006/relationships/tags" Target="../tags/tag240.xml"/><Relationship Id="rId10" Type="http://schemas.openxmlformats.org/officeDocument/2006/relationships/tags" Target="../tags/tag235.xml"/><Relationship Id="rId19" Type="http://schemas.openxmlformats.org/officeDocument/2006/relationships/tags" Target="../tags/tag244.xml"/><Relationship Id="rId4" Type="http://schemas.openxmlformats.org/officeDocument/2006/relationships/tags" Target="../tags/tag229.xml"/><Relationship Id="rId9" Type="http://schemas.openxmlformats.org/officeDocument/2006/relationships/tags" Target="../tags/tag234.xml"/><Relationship Id="rId14" Type="http://schemas.openxmlformats.org/officeDocument/2006/relationships/tags" Target="../tags/tag239.xml"/><Relationship Id="rId22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253.xml"/><Relationship Id="rId13" Type="http://schemas.openxmlformats.org/officeDocument/2006/relationships/tags" Target="../tags/tag258.xml"/><Relationship Id="rId18" Type="http://schemas.openxmlformats.org/officeDocument/2006/relationships/tags" Target="../tags/tag263.xml"/><Relationship Id="rId26" Type="http://schemas.openxmlformats.org/officeDocument/2006/relationships/image" Target="../media/image25.jpeg"/><Relationship Id="rId3" Type="http://schemas.openxmlformats.org/officeDocument/2006/relationships/tags" Target="../tags/tag248.xml"/><Relationship Id="rId21" Type="http://schemas.openxmlformats.org/officeDocument/2006/relationships/tags" Target="../tags/tag266.xml"/><Relationship Id="rId7" Type="http://schemas.openxmlformats.org/officeDocument/2006/relationships/tags" Target="../tags/tag252.xml"/><Relationship Id="rId12" Type="http://schemas.openxmlformats.org/officeDocument/2006/relationships/tags" Target="../tags/tag257.xml"/><Relationship Id="rId17" Type="http://schemas.openxmlformats.org/officeDocument/2006/relationships/tags" Target="../tags/tag262.xml"/><Relationship Id="rId25" Type="http://schemas.openxmlformats.org/officeDocument/2006/relationships/image" Target="../media/image24.jpeg"/><Relationship Id="rId2" Type="http://schemas.openxmlformats.org/officeDocument/2006/relationships/tags" Target="../tags/tag247.xml"/><Relationship Id="rId16" Type="http://schemas.openxmlformats.org/officeDocument/2006/relationships/tags" Target="../tags/tag261.xml"/><Relationship Id="rId20" Type="http://schemas.openxmlformats.org/officeDocument/2006/relationships/tags" Target="../tags/tag265.xml"/><Relationship Id="rId1" Type="http://schemas.openxmlformats.org/officeDocument/2006/relationships/tags" Target="../tags/tag246.xml"/><Relationship Id="rId6" Type="http://schemas.openxmlformats.org/officeDocument/2006/relationships/tags" Target="../tags/tag251.xml"/><Relationship Id="rId11" Type="http://schemas.openxmlformats.org/officeDocument/2006/relationships/tags" Target="../tags/tag256.xml"/><Relationship Id="rId24" Type="http://schemas.openxmlformats.org/officeDocument/2006/relationships/image" Target="../media/image23.jpeg"/><Relationship Id="rId5" Type="http://schemas.openxmlformats.org/officeDocument/2006/relationships/tags" Target="../tags/tag250.xml"/><Relationship Id="rId15" Type="http://schemas.openxmlformats.org/officeDocument/2006/relationships/tags" Target="../tags/tag260.xml"/><Relationship Id="rId23" Type="http://schemas.openxmlformats.org/officeDocument/2006/relationships/slideLayout" Target="../slideLayouts/slideLayout1.xml"/><Relationship Id="rId10" Type="http://schemas.openxmlformats.org/officeDocument/2006/relationships/tags" Target="../tags/tag255.xml"/><Relationship Id="rId19" Type="http://schemas.openxmlformats.org/officeDocument/2006/relationships/tags" Target="../tags/tag264.xml"/><Relationship Id="rId4" Type="http://schemas.openxmlformats.org/officeDocument/2006/relationships/tags" Target="../tags/tag249.xml"/><Relationship Id="rId9" Type="http://schemas.openxmlformats.org/officeDocument/2006/relationships/tags" Target="../tags/tag254.xml"/><Relationship Id="rId14" Type="http://schemas.openxmlformats.org/officeDocument/2006/relationships/tags" Target="../tags/tag259.xml"/><Relationship Id="rId22" Type="http://schemas.openxmlformats.org/officeDocument/2006/relationships/tags" Target="../tags/tag26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275.xml"/><Relationship Id="rId13" Type="http://schemas.openxmlformats.org/officeDocument/2006/relationships/tags" Target="../tags/tag280.xml"/><Relationship Id="rId18" Type="http://schemas.openxmlformats.org/officeDocument/2006/relationships/tags" Target="../tags/tag285.xml"/><Relationship Id="rId3" Type="http://schemas.openxmlformats.org/officeDocument/2006/relationships/tags" Target="../tags/tag270.xml"/><Relationship Id="rId21" Type="http://schemas.openxmlformats.org/officeDocument/2006/relationships/tags" Target="../tags/tag288.xml"/><Relationship Id="rId7" Type="http://schemas.openxmlformats.org/officeDocument/2006/relationships/tags" Target="../tags/tag274.xml"/><Relationship Id="rId12" Type="http://schemas.openxmlformats.org/officeDocument/2006/relationships/tags" Target="../tags/tag279.xml"/><Relationship Id="rId17" Type="http://schemas.openxmlformats.org/officeDocument/2006/relationships/tags" Target="../tags/tag284.xml"/><Relationship Id="rId25" Type="http://schemas.openxmlformats.org/officeDocument/2006/relationships/image" Target="../media/image24.jpeg"/><Relationship Id="rId2" Type="http://schemas.openxmlformats.org/officeDocument/2006/relationships/tags" Target="../tags/tag269.xml"/><Relationship Id="rId16" Type="http://schemas.openxmlformats.org/officeDocument/2006/relationships/tags" Target="../tags/tag283.xml"/><Relationship Id="rId20" Type="http://schemas.openxmlformats.org/officeDocument/2006/relationships/tags" Target="../tags/tag287.xml"/><Relationship Id="rId1" Type="http://schemas.openxmlformats.org/officeDocument/2006/relationships/tags" Target="../tags/tag268.xml"/><Relationship Id="rId6" Type="http://schemas.openxmlformats.org/officeDocument/2006/relationships/tags" Target="../tags/tag273.xml"/><Relationship Id="rId11" Type="http://schemas.openxmlformats.org/officeDocument/2006/relationships/tags" Target="../tags/tag278.xml"/><Relationship Id="rId24" Type="http://schemas.openxmlformats.org/officeDocument/2006/relationships/image" Target="../media/image23.jpeg"/><Relationship Id="rId5" Type="http://schemas.openxmlformats.org/officeDocument/2006/relationships/tags" Target="../tags/tag272.xml"/><Relationship Id="rId15" Type="http://schemas.openxmlformats.org/officeDocument/2006/relationships/tags" Target="../tags/tag282.xml"/><Relationship Id="rId23" Type="http://schemas.openxmlformats.org/officeDocument/2006/relationships/slideLayout" Target="../slideLayouts/slideLayout1.xml"/><Relationship Id="rId10" Type="http://schemas.openxmlformats.org/officeDocument/2006/relationships/tags" Target="../tags/tag277.xml"/><Relationship Id="rId19" Type="http://schemas.openxmlformats.org/officeDocument/2006/relationships/tags" Target="../tags/tag286.xml"/><Relationship Id="rId4" Type="http://schemas.openxmlformats.org/officeDocument/2006/relationships/tags" Target="../tags/tag271.xml"/><Relationship Id="rId9" Type="http://schemas.openxmlformats.org/officeDocument/2006/relationships/tags" Target="../tags/tag276.xml"/><Relationship Id="rId14" Type="http://schemas.openxmlformats.org/officeDocument/2006/relationships/tags" Target="../tags/tag281.xml"/><Relationship Id="rId22" Type="http://schemas.openxmlformats.org/officeDocument/2006/relationships/tags" Target="../tags/tag289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297.xml"/><Relationship Id="rId13" Type="http://schemas.openxmlformats.org/officeDocument/2006/relationships/tags" Target="../tags/tag302.xml"/><Relationship Id="rId18" Type="http://schemas.openxmlformats.org/officeDocument/2006/relationships/tags" Target="../tags/tag307.xml"/><Relationship Id="rId3" Type="http://schemas.openxmlformats.org/officeDocument/2006/relationships/tags" Target="../tags/tag292.xml"/><Relationship Id="rId21" Type="http://schemas.openxmlformats.org/officeDocument/2006/relationships/tags" Target="../tags/tag310.xml"/><Relationship Id="rId7" Type="http://schemas.openxmlformats.org/officeDocument/2006/relationships/tags" Target="../tags/tag296.xml"/><Relationship Id="rId12" Type="http://schemas.openxmlformats.org/officeDocument/2006/relationships/tags" Target="../tags/tag301.xml"/><Relationship Id="rId17" Type="http://schemas.openxmlformats.org/officeDocument/2006/relationships/tags" Target="../tags/tag306.xml"/><Relationship Id="rId25" Type="http://schemas.openxmlformats.org/officeDocument/2006/relationships/image" Target="../media/image24.jpeg"/><Relationship Id="rId2" Type="http://schemas.openxmlformats.org/officeDocument/2006/relationships/tags" Target="../tags/tag291.xml"/><Relationship Id="rId16" Type="http://schemas.openxmlformats.org/officeDocument/2006/relationships/tags" Target="../tags/tag305.xml"/><Relationship Id="rId20" Type="http://schemas.openxmlformats.org/officeDocument/2006/relationships/tags" Target="../tags/tag309.xml"/><Relationship Id="rId1" Type="http://schemas.openxmlformats.org/officeDocument/2006/relationships/tags" Target="../tags/tag290.xml"/><Relationship Id="rId6" Type="http://schemas.openxmlformats.org/officeDocument/2006/relationships/tags" Target="../tags/tag295.xml"/><Relationship Id="rId11" Type="http://schemas.openxmlformats.org/officeDocument/2006/relationships/tags" Target="../tags/tag300.xml"/><Relationship Id="rId24" Type="http://schemas.openxmlformats.org/officeDocument/2006/relationships/image" Target="../media/image23.jpeg"/><Relationship Id="rId5" Type="http://schemas.openxmlformats.org/officeDocument/2006/relationships/tags" Target="../tags/tag294.xml"/><Relationship Id="rId15" Type="http://schemas.openxmlformats.org/officeDocument/2006/relationships/tags" Target="../tags/tag304.xml"/><Relationship Id="rId23" Type="http://schemas.openxmlformats.org/officeDocument/2006/relationships/slideLayout" Target="../slideLayouts/slideLayout1.xml"/><Relationship Id="rId10" Type="http://schemas.openxmlformats.org/officeDocument/2006/relationships/tags" Target="../tags/tag299.xml"/><Relationship Id="rId19" Type="http://schemas.openxmlformats.org/officeDocument/2006/relationships/tags" Target="../tags/tag308.xml"/><Relationship Id="rId4" Type="http://schemas.openxmlformats.org/officeDocument/2006/relationships/tags" Target="../tags/tag293.xml"/><Relationship Id="rId9" Type="http://schemas.openxmlformats.org/officeDocument/2006/relationships/tags" Target="../tags/tag298.xml"/><Relationship Id="rId14" Type="http://schemas.openxmlformats.org/officeDocument/2006/relationships/tags" Target="../tags/tag303.xml"/><Relationship Id="rId22" Type="http://schemas.openxmlformats.org/officeDocument/2006/relationships/tags" Target="../tags/tag31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319.xml"/><Relationship Id="rId13" Type="http://schemas.openxmlformats.org/officeDocument/2006/relationships/tags" Target="../tags/tag324.xml"/><Relationship Id="rId18" Type="http://schemas.openxmlformats.org/officeDocument/2006/relationships/tags" Target="../tags/tag329.xml"/><Relationship Id="rId26" Type="http://schemas.openxmlformats.org/officeDocument/2006/relationships/image" Target="../media/image26.jpeg"/><Relationship Id="rId3" Type="http://schemas.openxmlformats.org/officeDocument/2006/relationships/tags" Target="../tags/tag314.xml"/><Relationship Id="rId21" Type="http://schemas.openxmlformats.org/officeDocument/2006/relationships/tags" Target="../tags/tag332.xml"/><Relationship Id="rId7" Type="http://schemas.openxmlformats.org/officeDocument/2006/relationships/tags" Target="../tags/tag318.xml"/><Relationship Id="rId12" Type="http://schemas.openxmlformats.org/officeDocument/2006/relationships/tags" Target="../tags/tag323.xml"/><Relationship Id="rId17" Type="http://schemas.openxmlformats.org/officeDocument/2006/relationships/tags" Target="../tags/tag328.xml"/><Relationship Id="rId25" Type="http://schemas.openxmlformats.org/officeDocument/2006/relationships/image" Target="../media/image24.jpeg"/><Relationship Id="rId2" Type="http://schemas.openxmlformats.org/officeDocument/2006/relationships/tags" Target="../tags/tag313.xml"/><Relationship Id="rId16" Type="http://schemas.openxmlformats.org/officeDocument/2006/relationships/tags" Target="../tags/tag327.xml"/><Relationship Id="rId20" Type="http://schemas.openxmlformats.org/officeDocument/2006/relationships/tags" Target="../tags/tag331.xml"/><Relationship Id="rId1" Type="http://schemas.openxmlformats.org/officeDocument/2006/relationships/tags" Target="../tags/tag312.xml"/><Relationship Id="rId6" Type="http://schemas.openxmlformats.org/officeDocument/2006/relationships/tags" Target="../tags/tag317.xml"/><Relationship Id="rId11" Type="http://schemas.openxmlformats.org/officeDocument/2006/relationships/tags" Target="../tags/tag322.xml"/><Relationship Id="rId24" Type="http://schemas.openxmlformats.org/officeDocument/2006/relationships/image" Target="../media/image23.jpeg"/><Relationship Id="rId5" Type="http://schemas.openxmlformats.org/officeDocument/2006/relationships/tags" Target="../tags/tag316.xml"/><Relationship Id="rId15" Type="http://schemas.openxmlformats.org/officeDocument/2006/relationships/tags" Target="../tags/tag326.xml"/><Relationship Id="rId23" Type="http://schemas.openxmlformats.org/officeDocument/2006/relationships/slideLayout" Target="../slideLayouts/slideLayout1.xml"/><Relationship Id="rId10" Type="http://schemas.openxmlformats.org/officeDocument/2006/relationships/tags" Target="../tags/tag321.xml"/><Relationship Id="rId19" Type="http://schemas.openxmlformats.org/officeDocument/2006/relationships/tags" Target="../tags/tag330.xml"/><Relationship Id="rId4" Type="http://schemas.openxmlformats.org/officeDocument/2006/relationships/tags" Target="../tags/tag315.xml"/><Relationship Id="rId9" Type="http://schemas.openxmlformats.org/officeDocument/2006/relationships/tags" Target="../tags/tag320.xml"/><Relationship Id="rId14" Type="http://schemas.openxmlformats.org/officeDocument/2006/relationships/tags" Target="../tags/tag325.xml"/><Relationship Id="rId22" Type="http://schemas.openxmlformats.org/officeDocument/2006/relationships/tags" Target="../tags/tag33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341.xml"/><Relationship Id="rId13" Type="http://schemas.openxmlformats.org/officeDocument/2006/relationships/tags" Target="../tags/tag346.xml"/><Relationship Id="rId18" Type="http://schemas.openxmlformats.org/officeDocument/2006/relationships/tags" Target="../tags/tag351.xml"/><Relationship Id="rId26" Type="http://schemas.openxmlformats.org/officeDocument/2006/relationships/image" Target="../media/image28.jpeg"/><Relationship Id="rId3" Type="http://schemas.openxmlformats.org/officeDocument/2006/relationships/tags" Target="../tags/tag336.xml"/><Relationship Id="rId21" Type="http://schemas.openxmlformats.org/officeDocument/2006/relationships/tags" Target="../tags/tag354.xml"/><Relationship Id="rId7" Type="http://schemas.openxmlformats.org/officeDocument/2006/relationships/tags" Target="../tags/tag340.xml"/><Relationship Id="rId12" Type="http://schemas.openxmlformats.org/officeDocument/2006/relationships/tags" Target="../tags/tag345.xml"/><Relationship Id="rId17" Type="http://schemas.openxmlformats.org/officeDocument/2006/relationships/tags" Target="../tags/tag350.xml"/><Relationship Id="rId25" Type="http://schemas.openxmlformats.org/officeDocument/2006/relationships/image" Target="../media/image27.png"/><Relationship Id="rId2" Type="http://schemas.openxmlformats.org/officeDocument/2006/relationships/tags" Target="../tags/tag335.xml"/><Relationship Id="rId16" Type="http://schemas.openxmlformats.org/officeDocument/2006/relationships/tags" Target="../tags/tag349.xml"/><Relationship Id="rId20" Type="http://schemas.openxmlformats.org/officeDocument/2006/relationships/tags" Target="../tags/tag353.xml"/><Relationship Id="rId1" Type="http://schemas.openxmlformats.org/officeDocument/2006/relationships/tags" Target="../tags/tag334.xml"/><Relationship Id="rId6" Type="http://schemas.openxmlformats.org/officeDocument/2006/relationships/tags" Target="../tags/tag339.xml"/><Relationship Id="rId11" Type="http://schemas.openxmlformats.org/officeDocument/2006/relationships/tags" Target="../tags/tag344.xml"/><Relationship Id="rId24" Type="http://schemas.openxmlformats.org/officeDocument/2006/relationships/slideLayout" Target="../slideLayouts/slideLayout1.xml"/><Relationship Id="rId5" Type="http://schemas.openxmlformats.org/officeDocument/2006/relationships/tags" Target="../tags/tag338.xml"/><Relationship Id="rId15" Type="http://schemas.openxmlformats.org/officeDocument/2006/relationships/tags" Target="../tags/tag348.xml"/><Relationship Id="rId23" Type="http://schemas.openxmlformats.org/officeDocument/2006/relationships/tags" Target="../tags/tag356.xml"/><Relationship Id="rId10" Type="http://schemas.openxmlformats.org/officeDocument/2006/relationships/tags" Target="../tags/tag343.xml"/><Relationship Id="rId19" Type="http://schemas.openxmlformats.org/officeDocument/2006/relationships/tags" Target="../tags/tag352.xml"/><Relationship Id="rId4" Type="http://schemas.openxmlformats.org/officeDocument/2006/relationships/tags" Target="../tags/tag337.xml"/><Relationship Id="rId9" Type="http://schemas.openxmlformats.org/officeDocument/2006/relationships/tags" Target="../tags/tag342.xml"/><Relationship Id="rId14" Type="http://schemas.openxmlformats.org/officeDocument/2006/relationships/tags" Target="../tags/tag347.xml"/><Relationship Id="rId22" Type="http://schemas.openxmlformats.org/officeDocument/2006/relationships/tags" Target="../tags/tag355.xml"/><Relationship Id="rId27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tags" Target="../tags/tag369.xml"/><Relationship Id="rId18" Type="http://schemas.openxmlformats.org/officeDocument/2006/relationships/tags" Target="../tags/tag374.xml"/><Relationship Id="rId26" Type="http://schemas.openxmlformats.org/officeDocument/2006/relationships/tags" Target="../tags/tag382.xml"/><Relationship Id="rId3" Type="http://schemas.openxmlformats.org/officeDocument/2006/relationships/tags" Target="../tags/tag359.xml"/><Relationship Id="rId21" Type="http://schemas.openxmlformats.org/officeDocument/2006/relationships/tags" Target="../tags/tag377.xml"/><Relationship Id="rId34" Type="http://schemas.openxmlformats.org/officeDocument/2006/relationships/tags" Target="../tags/tag390.xml"/><Relationship Id="rId7" Type="http://schemas.openxmlformats.org/officeDocument/2006/relationships/tags" Target="../tags/tag363.xml"/><Relationship Id="rId12" Type="http://schemas.openxmlformats.org/officeDocument/2006/relationships/tags" Target="../tags/tag368.xml"/><Relationship Id="rId17" Type="http://schemas.openxmlformats.org/officeDocument/2006/relationships/tags" Target="../tags/tag373.xml"/><Relationship Id="rId25" Type="http://schemas.openxmlformats.org/officeDocument/2006/relationships/tags" Target="../tags/tag381.xml"/><Relationship Id="rId33" Type="http://schemas.openxmlformats.org/officeDocument/2006/relationships/tags" Target="../tags/tag389.xml"/><Relationship Id="rId2" Type="http://schemas.openxmlformats.org/officeDocument/2006/relationships/tags" Target="../tags/tag358.xml"/><Relationship Id="rId16" Type="http://schemas.openxmlformats.org/officeDocument/2006/relationships/tags" Target="../tags/tag372.xml"/><Relationship Id="rId20" Type="http://schemas.openxmlformats.org/officeDocument/2006/relationships/tags" Target="../tags/tag376.xml"/><Relationship Id="rId29" Type="http://schemas.openxmlformats.org/officeDocument/2006/relationships/tags" Target="../tags/tag385.xml"/><Relationship Id="rId1" Type="http://schemas.openxmlformats.org/officeDocument/2006/relationships/tags" Target="../tags/tag357.xml"/><Relationship Id="rId6" Type="http://schemas.openxmlformats.org/officeDocument/2006/relationships/tags" Target="../tags/tag362.xml"/><Relationship Id="rId11" Type="http://schemas.openxmlformats.org/officeDocument/2006/relationships/tags" Target="../tags/tag367.xml"/><Relationship Id="rId24" Type="http://schemas.openxmlformats.org/officeDocument/2006/relationships/tags" Target="../tags/tag380.xml"/><Relationship Id="rId32" Type="http://schemas.openxmlformats.org/officeDocument/2006/relationships/tags" Target="../tags/tag388.xml"/><Relationship Id="rId5" Type="http://schemas.openxmlformats.org/officeDocument/2006/relationships/tags" Target="../tags/tag361.xml"/><Relationship Id="rId15" Type="http://schemas.openxmlformats.org/officeDocument/2006/relationships/tags" Target="../tags/tag371.xml"/><Relationship Id="rId23" Type="http://schemas.openxmlformats.org/officeDocument/2006/relationships/tags" Target="../tags/tag379.xml"/><Relationship Id="rId28" Type="http://schemas.openxmlformats.org/officeDocument/2006/relationships/tags" Target="../tags/tag384.xml"/><Relationship Id="rId36" Type="http://schemas.openxmlformats.org/officeDocument/2006/relationships/image" Target="../media/image30.png"/><Relationship Id="rId10" Type="http://schemas.openxmlformats.org/officeDocument/2006/relationships/tags" Target="../tags/tag366.xml"/><Relationship Id="rId19" Type="http://schemas.openxmlformats.org/officeDocument/2006/relationships/tags" Target="../tags/tag375.xml"/><Relationship Id="rId31" Type="http://schemas.openxmlformats.org/officeDocument/2006/relationships/tags" Target="../tags/tag387.xml"/><Relationship Id="rId4" Type="http://schemas.openxmlformats.org/officeDocument/2006/relationships/tags" Target="../tags/tag360.xml"/><Relationship Id="rId9" Type="http://schemas.openxmlformats.org/officeDocument/2006/relationships/tags" Target="../tags/tag365.xml"/><Relationship Id="rId14" Type="http://schemas.openxmlformats.org/officeDocument/2006/relationships/tags" Target="../tags/tag370.xml"/><Relationship Id="rId22" Type="http://schemas.openxmlformats.org/officeDocument/2006/relationships/tags" Target="../tags/tag378.xml"/><Relationship Id="rId27" Type="http://schemas.openxmlformats.org/officeDocument/2006/relationships/tags" Target="../tags/tag383.xml"/><Relationship Id="rId30" Type="http://schemas.openxmlformats.org/officeDocument/2006/relationships/tags" Target="../tags/tag386.xml"/><Relationship Id="rId35" Type="http://schemas.openxmlformats.org/officeDocument/2006/relationships/slideLayout" Target="../slideLayouts/slideLayout1.xml"/><Relationship Id="rId8" Type="http://schemas.openxmlformats.org/officeDocument/2006/relationships/tags" Target="../tags/tag364.xml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tags" Target="../tags/tag403.xml"/><Relationship Id="rId18" Type="http://schemas.openxmlformats.org/officeDocument/2006/relationships/tags" Target="../tags/tag408.xml"/><Relationship Id="rId26" Type="http://schemas.openxmlformats.org/officeDocument/2006/relationships/tags" Target="../tags/tag416.xml"/><Relationship Id="rId21" Type="http://schemas.openxmlformats.org/officeDocument/2006/relationships/tags" Target="../tags/tag411.xml"/><Relationship Id="rId34" Type="http://schemas.openxmlformats.org/officeDocument/2006/relationships/tags" Target="../tags/tag424.xml"/><Relationship Id="rId7" Type="http://schemas.openxmlformats.org/officeDocument/2006/relationships/tags" Target="../tags/tag397.xml"/><Relationship Id="rId12" Type="http://schemas.openxmlformats.org/officeDocument/2006/relationships/tags" Target="../tags/tag402.xml"/><Relationship Id="rId17" Type="http://schemas.openxmlformats.org/officeDocument/2006/relationships/tags" Target="../tags/tag407.xml"/><Relationship Id="rId25" Type="http://schemas.openxmlformats.org/officeDocument/2006/relationships/tags" Target="../tags/tag415.xml"/><Relationship Id="rId33" Type="http://schemas.openxmlformats.org/officeDocument/2006/relationships/tags" Target="../tags/tag423.xml"/><Relationship Id="rId2" Type="http://schemas.openxmlformats.org/officeDocument/2006/relationships/tags" Target="../tags/tag392.xml"/><Relationship Id="rId16" Type="http://schemas.openxmlformats.org/officeDocument/2006/relationships/tags" Target="../tags/tag406.xml"/><Relationship Id="rId20" Type="http://schemas.openxmlformats.org/officeDocument/2006/relationships/tags" Target="../tags/tag410.xml"/><Relationship Id="rId29" Type="http://schemas.openxmlformats.org/officeDocument/2006/relationships/tags" Target="../tags/tag419.xml"/><Relationship Id="rId1" Type="http://schemas.openxmlformats.org/officeDocument/2006/relationships/tags" Target="../tags/tag391.xml"/><Relationship Id="rId6" Type="http://schemas.openxmlformats.org/officeDocument/2006/relationships/tags" Target="../tags/tag396.xml"/><Relationship Id="rId11" Type="http://schemas.openxmlformats.org/officeDocument/2006/relationships/tags" Target="../tags/tag401.xml"/><Relationship Id="rId24" Type="http://schemas.openxmlformats.org/officeDocument/2006/relationships/tags" Target="../tags/tag414.xml"/><Relationship Id="rId32" Type="http://schemas.openxmlformats.org/officeDocument/2006/relationships/tags" Target="../tags/tag422.xml"/><Relationship Id="rId37" Type="http://schemas.openxmlformats.org/officeDocument/2006/relationships/image" Target="../media/image32.gif"/><Relationship Id="rId5" Type="http://schemas.openxmlformats.org/officeDocument/2006/relationships/tags" Target="../tags/tag395.xml"/><Relationship Id="rId15" Type="http://schemas.openxmlformats.org/officeDocument/2006/relationships/tags" Target="../tags/tag405.xml"/><Relationship Id="rId23" Type="http://schemas.openxmlformats.org/officeDocument/2006/relationships/tags" Target="../tags/tag413.xml"/><Relationship Id="rId28" Type="http://schemas.openxmlformats.org/officeDocument/2006/relationships/tags" Target="../tags/tag418.xml"/><Relationship Id="rId36" Type="http://schemas.openxmlformats.org/officeDocument/2006/relationships/image" Target="../media/image31.png"/><Relationship Id="rId10" Type="http://schemas.openxmlformats.org/officeDocument/2006/relationships/tags" Target="../tags/tag400.xml"/><Relationship Id="rId19" Type="http://schemas.openxmlformats.org/officeDocument/2006/relationships/tags" Target="../tags/tag409.xml"/><Relationship Id="rId31" Type="http://schemas.openxmlformats.org/officeDocument/2006/relationships/tags" Target="../tags/tag421.xml"/><Relationship Id="rId4" Type="http://schemas.openxmlformats.org/officeDocument/2006/relationships/tags" Target="../tags/tag394.xml"/><Relationship Id="rId9" Type="http://schemas.openxmlformats.org/officeDocument/2006/relationships/tags" Target="../tags/tag399.xml"/><Relationship Id="rId14" Type="http://schemas.openxmlformats.org/officeDocument/2006/relationships/tags" Target="../tags/tag404.xml"/><Relationship Id="rId22" Type="http://schemas.openxmlformats.org/officeDocument/2006/relationships/tags" Target="../tags/tag412.xml"/><Relationship Id="rId27" Type="http://schemas.openxmlformats.org/officeDocument/2006/relationships/tags" Target="../tags/tag417.xml"/><Relationship Id="rId30" Type="http://schemas.openxmlformats.org/officeDocument/2006/relationships/tags" Target="../tags/tag420.xml"/><Relationship Id="rId35" Type="http://schemas.openxmlformats.org/officeDocument/2006/relationships/slideLayout" Target="../slideLayouts/slideLayout1.xml"/><Relationship Id="rId8" Type="http://schemas.openxmlformats.org/officeDocument/2006/relationships/tags" Target="../tags/tag398.xml"/><Relationship Id="rId3" Type="http://schemas.openxmlformats.org/officeDocument/2006/relationships/tags" Target="../tags/tag393.xml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tags" Target="../tags/tag437.xml"/><Relationship Id="rId18" Type="http://schemas.openxmlformats.org/officeDocument/2006/relationships/tags" Target="../tags/tag442.xml"/><Relationship Id="rId26" Type="http://schemas.openxmlformats.org/officeDocument/2006/relationships/tags" Target="../tags/tag450.xml"/><Relationship Id="rId3" Type="http://schemas.openxmlformats.org/officeDocument/2006/relationships/tags" Target="../tags/tag427.xml"/><Relationship Id="rId21" Type="http://schemas.openxmlformats.org/officeDocument/2006/relationships/tags" Target="../tags/tag445.xml"/><Relationship Id="rId34" Type="http://schemas.openxmlformats.org/officeDocument/2006/relationships/tags" Target="../tags/tag458.xml"/><Relationship Id="rId7" Type="http://schemas.openxmlformats.org/officeDocument/2006/relationships/tags" Target="../tags/tag431.xml"/><Relationship Id="rId12" Type="http://schemas.openxmlformats.org/officeDocument/2006/relationships/tags" Target="../tags/tag436.xml"/><Relationship Id="rId17" Type="http://schemas.openxmlformats.org/officeDocument/2006/relationships/tags" Target="../tags/tag441.xml"/><Relationship Id="rId25" Type="http://schemas.openxmlformats.org/officeDocument/2006/relationships/tags" Target="../tags/tag449.xml"/><Relationship Id="rId33" Type="http://schemas.openxmlformats.org/officeDocument/2006/relationships/tags" Target="../tags/tag457.xml"/><Relationship Id="rId2" Type="http://schemas.openxmlformats.org/officeDocument/2006/relationships/tags" Target="../tags/tag426.xml"/><Relationship Id="rId16" Type="http://schemas.openxmlformats.org/officeDocument/2006/relationships/tags" Target="../tags/tag440.xml"/><Relationship Id="rId20" Type="http://schemas.openxmlformats.org/officeDocument/2006/relationships/tags" Target="../tags/tag444.xml"/><Relationship Id="rId29" Type="http://schemas.openxmlformats.org/officeDocument/2006/relationships/tags" Target="../tags/tag453.xml"/><Relationship Id="rId1" Type="http://schemas.openxmlformats.org/officeDocument/2006/relationships/tags" Target="../tags/tag425.xml"/><Relationship Id="rId6" Type="http://schemas.openxmlformats.org/officeDocument/2006/relationships/tags" Target="../tags/tag430.xml"/><Relationship Id="rId11" Type="http://schemas.openxmlformats.org/officeDocument/2006/relationships/tags" Target="../tags/tag435.xml"/><Relationship Id="rId24" Type="http://schemas.openxmlformats.org/officeDocument/2006/relationships/tags" Target="../tags/tag448.xml"/><Relationship Id="rId32" Type="http://schemas.openxmlformats.org/officeDocument/2006/relationships/tags" Target="../tags/tag456.xml"/><Relationship Id="rId5" Type="http://schemas.openxmlformats.org/officeDocument/2006/relationships/tags" Target="../tags/tag429.xml"/><Relationship Id="rId15" Type="http://schemas.openxmlformats.org/officeDocument/2006/relationships/tags" Target="../tags/tag439.xml"/><Relationship Id="rId23" Type="http://schemas.openxmlformats.org/officeDocument/2006/relationships/tags" Target="../tags/tag447.xml"/><Relationship Id="rId28" Type="http://schemas.openxmlformats.org/officeDocument/2006/relationships/tags" Target="../tags/tag452.xml"/><Relationship Id="rId36" Type="http://schemas.openxmlformats.org/officeDocument/2006/relationships/image" Target="../media/image33.gif"/><Relationship Id="rId10" Type="http://schemas.openxmlformats.org/officeDocument/2006/relationships/tags" Target="../tags/tag434.xml"/><Relationship Id="rId19" Type="http://schemas.openxmlformats.org/officeDocument/2006/relationships/tags" Target="../tags/tag443.xml"/><Relationship Id="rId31" Type="http://schemas.openxmlformats.org/officeDocument/2006/relationships/tags" Target="../tags/tag455.xml"/><Relationship Id="rId4" Type="http://schemas.openxmlformats.org/officeDocument/2006/relationships/tags" Target="../tags/tag428.xml"/><Relationship Id="rId9" Type="http://schemas.openxmlformats.org/officeDocument/2006/relationships/tags" Target="../tags/tag433.xml"/><Relationship Id="rId14" Type="http://schemas.openxmlformats.org/officeDocument/2006/relationships/tags" Target="../tags/tag438.xml"/><Relationship Id="rId22" Type="http://schemas.openxmlformats.org/officeDocument/2006/relationships/tags" Target="../tags/tag446.xml"/><Relationship Id="rId27" Type="http://schemas.openxmlformats.org/officeDocument/2006/relationships/tags" Target="../tags/tag451.xml"/><Relationship Id="rId30" Type="http://schemas.openxmlformats.org/officeDocument/2006/relationships/tags" Target="../tags/tag454.xml"/><Relationship Id="rId35" Type="http://schemas.openxmlformats.org/officeDocument/2006/relationships/slideLayout" Target="../slideLayouts/slideLayout1.xml"/><Relationship Id="rId8" Type="http://schemas.openxmlformats.org/officeDocument/2006/relationships/tags" Target="../tags/tag43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466.xml"/><Relationship Id="rId13" Type="http://schemas.openxmlformats.org/officeDocument/2006/relationships/tags" Target="../tags/tag471.xml"/><Relationship Id="rId18" Type="http://schemas.openxmlformats.org/officeDocument/2006/relationships/tags" Target="../tags/tag476.xml"/><Relationship Id="rId26" Type="http://schemas.openxmlformats.org/officeDocument/2006/relationships/image" Target="../media/image35.png"/><Relationship Id="rId3" Type="http://schemas.openxmlformats.org/officeDocument/2006/relationships/tags" Target="../tags/tag461.xml"/><Relationship Id="rId21" Type="http://schemas.openxmlformats.org/officeDocument/2006/relationships/tags" Target="../tags/tag479.xml"/><Relationship Id="rId7" Type="http://schemas.openxmlformats.org/officeDocument/2006/relationships/tags" Target="../tags/tag465.xml"/><Relationship Id="rId12" Type="http://schemas.openxmlformats.org/officeDocument/2006/relationships/tags" Target="../tags/tag470.xml"/><Relationship Id="rId17" Type="http://schemas.openxmlformats.org/officeDocument/2006/relationships/tags" Target="../tags/tag475.xml"/><Relationship Id="rId25" Type="http://schemas.microsoft.com/office/2007/relationships/hdphoto" Target="../media/hdphoto1.wdp"/><Relationship Id="rId2" Type="http://schemas.openxmlformats.org/officeDocument/2006/relationships/tags" Target="../tags/tag460.xml"/><Relationship Id="rId16" Type="http://schemas.openxmlformats.org/officeDocument/2006/relationships/tags" Target="../tags/tag474.xml"/><Relationship Id="rId20" Type="http://schemas.openxmlformats.org/officeDocument/2006/relationships/tags" Target="../tags/tag478.xml"/><Relationship Id="rId1" Type="http://schemas.openxmlformats.org/officeDocument/2006/relationships/tags" Target="../tags/tag459.xml"/><Relationship Id="rId6" Type="http://schemas.openxmlformats.org/officeDocument/2006/relationships/tags" Target="../tags/tag464.xml"/><Relationship Id="rId11" Type="http://schemas.openxmlformats.org/officeDocument/2006/relationships/tags" Target="../tags/tag469.xml"/><Relationship Id="rId24" Type="http://schemas.openxmlformats.org/officeDocument/2006/relationships/image" Target="../media/image34.png"/><Relationship Id="rId5" Type="http://schemas.openxmlformats.org/officeDocument/2006/relationships/tags" Target="../tags/tag463.xml"/><Relationship Id="rId15" Type="http://schemas.openxmlformats.org/officeDocument/2006/relationships/tags" Target="../tags/tag473.xml"/><Relationship Id="rId23" Type="http://schemas.openxmlformats.org/officeDocument/2006/relationships/slideLayout" Target="../slideLayouts/slideLayout1.xml"/><Relationship Id="rId28" Type="http://schemas.openxmlformats.org/officeDocument/2006/relationships/image" Target="../media/image36.png"/><Relationship Id="rId10" Type="http://schemas.openxmlformats.org/officeDocument/2006/relationships/tags" Target="../tags/tag468.xml"/><Relationship Id="rId19" Type="http://schemas.openxmlformats.org/officeDocument/2006/relationships/tags" Target="../tags/tag477.xml"/><Relationship Id="rId4" Type="http://schemas.openxmlformats.org/officeDocument/2006/relationships/tags" Target="../tags/tag462.xml"/><Relationship Id="rId9" Type="http://schemas.openxmlformats.org/officeDocument/2006/relationships/tags" Target="../tags/tag467.xml"/><Relationship Id="rId14" Type="http://schemas.openxmlformats.org/officeDocument/2006/relationships/tags" Target="../tags/tag472.xml"/><Relationship Id="rId22" Type="http://schemas.openxmlformats.org/officeDocument/2006/relationships/tags" Target="../tags/tag480.xml"/><Relationship Id="rId27" Type="http://schemas.microsoft.com/office/2007/relationships/hdphoto" Target="../media/hdphoto2.wdp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488.xml"/><Relationship Id="rId13" Type="http://schemas.openxmlformats.org/officeDocument/2006/relationships/tags" Target="../tags/tag493.xml"/><Relationship Id="rId18" Type="http://schemas.openxmlformats.org/officeDocument/2006/relationships/tags" Target="../tags/tag498.xml"/><Relationship Id="rId3" Type="http://schemas.openxmlformats.org/officeDocument/2006/relationships/tags" Target="../tags/tag483.xml"/><Relationship Id="rId21" Type="http://schemas.openxmlformats.org/officeDocument/2006/relationships/tags" Target="../tags/tag501.xml"/><Relationship Id="rId7" Type="http://schemas.openxmlformats.org/officeDocument/2006/relationships/tags" Target="../tags/tag487.xml"/><Relationship Id="rId12" Type="http://schemas.openxmlformats.org/officeDocument/2006/relationships/tags" Target="../tags/tag492.xml"/><Relationship Id="rId17" Type="http://schemas.openxmlformats.org/officeDocument/2006/relationships/tags" Target="../tags/tag497.xml"/><Relationship Id="rId2" Type="http://schemas.openxmlformats.org/officeDocument/2006/relationships/tags" Target="../tags/tag482.xml"/><Relationship Id="rId16" Type="http://schemas.openxmlformats.org/officeDocument/2006/relationships/tags" Target="../tags/tag496.xml"/><Relationship Id="rId20" Type="http://schemas.openxmlformats.org/officeDocument/2006/relationships/tags" Target="../tags/tag500.xml"/><Relationship Id="rId1" Type="http://schemas.openxmlformats.org/officeDocument/2006/relationships/tags" Target="../tags/tag481.xml"/><Relationship Id="rId6" Type="http://schemas.openxmlformats.org/officeDocument/2006/relationships/tags" Target="../tags/tag486.xml"/><Relationship Id="rId11" Type="http://schemas.openxmlformats.org/officeDocument/2006/relationships/tags" Target="../tags/tag491.xml"/><Relationship Id="rId24" Type="http://schemas.openxmlformats.org/officeDocument/2006/relationships/slideLayout" Target="../slideLayouts/slideLayout1.xml"/><Relationship Id="rId5" Type="http://schemas.openxmlformats.org/officeDocument/2006/relationships/tags" Target="../tags/tag485.xml"/><Relationship Id="rId15" Type="http://schemas.openxmlformats.org/officeDocument/2006/relationships/tags" Target="../tags/tag495.xml"/><Relationship Id="rId23" Type="http://schemas.openxmlformats.org/officeDocument/2006/relationships/tags" Target="../tags/tag503.xml"/><Relationship Id="rId10" Type="http://schemas.openxmlformats.org/officeDocument/2006/relationships/tags" Target="../tags/tag490.xml"/><Relationship Id="rId19" Type="http://schemas.openxmlformats.org/officeDocument/2006/relationships/tags" Target="../tags/tag499.xml"/><Relationship Id="rId4" Type="http://schemas.openxmlformats.org/officeDocument/2006/relationships/tags" Target="../tags/tag484.xml"/><Relationship Id="rId9" Type="http://schemas.openxmlformats.org/officeDocument/2006/relationships/tags" Target="../tags/tag489.xml"/><Relationship Id="rId14" Type="http://schemas.openxmlformats.org/officeDocument/2006/relationships/tags" Target="../tags/tag494.xml"/><Relationship Id="rId22" Type="http://schemas.openxmlformats.org/officeDocument/2006/relationships/tags" Target="../tags/tag50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511.xml"/><Relationship Id="rId13" Type="http://schemas.openxmlformats.org/officeDocument/2006/relationships/tags" Target="../tags/tag516.xml"/><Relationship Id="rId18" Type="http://schemas.openxmlformats.org/officeDocument/2006/relationships/tags" Target="../tags/tag521.xml"/><Relationship Id="rId26" Type="http://schemas.openxmlformats.org/officeDocument/2006/relationships/tags" Target="../tags/tag529.xml"/><Relationship Id="rId3" Type="http://schemas.openxmlformats.org/officeDocument/2006/relationships/tags" Target="../tags/tag506.xml"/><Relationship Id="rId21" Type="http://schemas.openxmlformats.org/officeDocument/2006/relationships/tags" Target="../tags/tag524.xml"/><Relationship Id="rId7" Type="http://schemas.openxmlformats.org/officeDocument/2006/relationships/tags" Target="../tags/tag510.xml"/><Relationship Id="rId12" Type="http://schemas.openxmlformats.org/officeDocument/2006/relationships/tags" Target="../tags/tag515.xml"/><Relationship Id="rId17" Type="http://schemas.openxmlformats.org/officeDocument/2006/relationships/tags" Target="../tags/tag520.xml"/><Relationship Id="rId25" Type="http://schemas.openxmlformats.org/officeDocument/2006/relationships/tags" Target="../tags/tag528.xml"/><Relationship Id="rId2" Type="http://schemas.openxmlformats.org/officeDocument/2006/relationships/tags" Target="../tags/tag505.xml"/><Relationship Id="rId16" Type="http://schemas.openxmlformats.org/officeDocument/2006/relationships/tags" Target="../tags/tag519.xml"/><Relationship Id="rId20" Type="http://schemas.openxmlformats.org/officeDocument/2006/relationships/tags" Target="../tags/tag523.xml"/><Relationship Id="rId1" Type="http://schemas.openxmlformats.org/officeDocument/2006/relationships/tags" Target="../tags/tag504.xml"/><Relationship Id="rId6" Type="http://schemas.openxmlformats.org/officeDocument/2006/relationships/tags" Target="../tags/tag509.xml"/><Relationship Id="rId11" Type="http://schemas.openxmlformats.org/officeDocument/2006/relationships/tags" Target="../tags/tag514.xml"/><Relationship Id="rId24" Type="http://schemas.openxmlformats.org/officeDocument/2006/relationships/tags" Target="../tags/tag527.xml"/><Relationship Id="rId5" Type="http://schemas.openxmlformats.org/officeDocument/2006/relationships/tags" Target="../tags/tag508.xml"/><Relationship Id="rId15" Type="http://schemas.openxmlformats.org/officeDocument/2006/relationships/tags" Target="../tags/tag518.xml"/><Relationship Id="rId23" Type="http://schemas.openxmlformats.org/officeDocument/2006/relationships/tags" Target="../tags/tag526.xml"/><Relationship Id="rId10" Type="http://schemas.openxmlformats.org/officeDocument/2006/relationships/tags" Target="../tags/tag513.xml"/><Relationship Id="rId19" Type="http://schemas.openxmlformats.org/officeDocument/2006/relationships/tags" Target="../tags/tag522.xml"/><Relationship Id="rId4" Type="http://schemas.openxmlformats.org/officeDocument/2006/relationships/tags" Target="../tags/tag507.xml"/><Relationship Id="rId9" Type="http://schemas.openxmlformats.org/officeDocument/2006/relationships/tags" Target="../tags/tag512.xml"/><Relationship Id="rId14" Type="http://schemas.openxmlformats.org/officeDocument/2006/relationships/tags" Target="../tags/tag517.xml"/><Relationship Id="rId22" Type="http://schemas.openxmlformats.org/officeDocument/2006/relationships/tags" Target="../tags/tag525.xml"/><Relationship Id="rId27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537.xml"/><Relationship Id="rId13" Type="http://schemas.openxmlformats.org/officeDocument/2006/relationships/tags" Target="../tags/tag542.xml"/><Relationship Id="rId18" Type="http://schemas.openxmlformats.org/officeDocument/2006/relationships/tags" Target="../tags/tag547.xml"/><Relationship Id="rId26" Type="http://schemas.openxmlformats.org/officeDocument/2006/relationships/tags" Target="../tags/tag555.xml"/><Relationship Id="rId3" Type="http://schemas.openxmlformats.org/officeDocument/2006/relationships/tags" Target="../tags/tag532.xml"/><Relationship Id="rId21" Type="http://schemas.openxmlformats.org/officeDocument/2006/relationships/tags" Target="../tags/tag550.xml"/><Relationship Id="rId7" Type="http://schemas.openxmlformats.org/officeDocument/2006/relationships/tags" Target="../tags/tag536.xml"/><Relationship Id="rId12" Type="http://schemas.openxmlformats.org/officeDocument/2006/relationships/tags" Target="../tags/tag541.xml"/><Relationship Id="rId17" Type="http://schemas.openxmlformats.org/officeDocument/2006/relationships/tags" Target="../tags/tag546.xml"/><Relationship Id="rId25" Type="http://schemas.openxmlformats.org/officeDocument/2006/relationships/tags" Target="../tags/tag554.xml"/><Relationship Id="rId2" Type="http://schemas.openxmlformats.org/officeDocument/2006/relationships/tags" Target="../tags/tag531.xml"/><Relationship Id="rId16" Type="http://schemas.openxmlformats.org/officeDocument/2006/relationships/tags" Target="../tags/tag545.xml"/><Relationship Id="rId20" Type="http://schemas.openxmlformats.org/officeDocument/2006/relationships/tags" Target="../tags/tag549.xml"/><Relationship Id="rId1" Type="http://schemas.openxmlformats.org/officeDocument/2006/relationships/tags" Target="../tags/tag530.xml"/><Relationship Id="rId6" Type="http://schemas.openxmlformats.org/officeDocument/2006/relationships/tags" Target="../tags/tag535.xml"/><Relationship Id="rId11" Type="http://schemas.openxmlformats.org/officeDocument/2006/relationships/tags" Target="../tags/tag540.xml"/><Relationship Id="rId24" Type="http://schemas.openxmlformats.org/officeDocument/2006/relationships/tags" Target="../tags/tag553.xml"/><Relationship Id="rId5" Type="http://schemas.openxmlformats.org/officeDocument/2006/relationships/tags" Target="../tags/tag534.xml"/><Relationship Id="rId15" Type="http://schemas.openxmlformats.org/officeDocument/2006/relationships/tags" Target="../tags/tag544.xml"/><Relationship Id="rId23" Type="http://schemas.openxmlformats.org/officeDocument/2006/relationships/tags" Target="../tags/tag552.xml"/><Relationship Id="rId28" Type="http://schemas.openxmlformats.org/officeDocument/2006/relationships/image" Target="../media/image37.png"/><Relationship Id="rId10" Type="http://schemas.openxmlformats.org/officeDocument/2006/relationships/tags" Target="../tags/tag539.xml"/><Relationship Id="rId19" Type="http://schemas.openxmlformats.org/officeDocument/2006/relationships/tags" Target="../tags/tag548.xml"/><Relationship Id="rId4" Type="http://schemas.openxmlformats.org/officeDocument/2006/relationships/tags" Target="../tags/tag533.xml"/><Relationship Id="rId9" Type="http://schemas.openxmlformats.org/officeDocument/2006/relationships/tags" Target="../tags/tag538.xml"/><Relationship Id="rId14" Type="http://schemas.openxmlformats.org/officeDocument/2006/relationships/tags" Target="../tags/tag543.xml"/><Relationship Id="rId22" Type="http://schemas.openxmlformats.org/officeDocument/2006/relationships/tags" Target="../tags/tag551.xml"/><Relationship Id="rId27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563.xml"/><Relationship Id="rId13" Type="http://schemas.openxmlformats.org/officeDocument/2006/relationships/tags" Target="../tags/tag568.xml"/><Relationship Id="rId18" Type="http://schemas.openxmlformats.org/officeDocument/2006/relationships/tags" Target="../tags/tag573.xml"/><Relationship Id="rId26" Type="http://schemas.openxmlformats.org/officeDocument/2006/relationships/tags" Target="../tags/tag581.xml"/><Relationship Id="rId3" Type="http://schemas.openxmlformats.org/officeDocument/2006/relationships/tags" Target="../tags/tag558.xml"/><Relationship Id="rId21" Type="http://schemas.openxmlformats.org/officeDocument/2006/relationships/tags" Target="../tags/tag576.xml"/><Relationship Id="rId7" Type="http://schemas.openxmlformats.org/officeDocument/2006/relationships/tags" Target="../tags/tag562.xml"/><Relationship Id="rId12" Type="http://schemas.openxmlformats.org/officeDocument/2006/relationships/tags" Target="../tags/tag567.xml"/><Relationship Id="rId17" Type="http://schemas.openxmlformats.org/officeDocument/2006/relationships/tags" Target="../tags/tag572.xml"/><Relationship Id="rId25" Type="http://schemas.openxmlformats.org/officeDocument/2006/relationships/tags" Target="../tags/tag580.xml"/><Relationship Id="rId2" Type="http://schemas.openxmlformats.org/officeDocument/2006/relationships/tags" Target="../tags/tag557.xml"/><Relationship Id="rId16" Type="http://schemas.openxmlformats.org/officeDocument/2006/relationships/tags" Target="../tags/tag571.xml"/><Relationship Id="rId20" Type="http://schemas.openxmlformats.org/officeDocument/2006/relationships/tags" Target="../tags/tag575.xml"/><Relationship Id="rId1" Type="http://schemas.openxmlformats.org/officeDocument/2006/relationships/tags" Target="../tags/tag556.xml"/><Relationship Id="rId6" Type="http://schemas.openxmlformats.org/officeDocument/2006/relationships/tags" Target="../tags/tag561.xml"/><Relationship Id="rId11" Type="http://schemas.openxmlformats.org/officeDocument/2006/relationships/tags" Target="../tags/tag566.xml"/><Relationship Id="rId24" Type="http://schemas.openxmlformats.org/officeDocument/2006/relationships/tags" Target="../tags/tag579.xml"/><Relationship Id="rId5" Type="http://schemas.openxmlformats.org/officeDocument/2006/relationships/tags" Target="../tags/tag560.xml"/><Relationship Id="rId15" Type="http://schemas.openxmlformats.org/officeDocument/2006/relationships/tags" Target="../tags/tag570.xml"/><Relationship Id="rId23" Type="http://schemas.openxmlformats.org/officeDocument/2006/relationships/tags" Target="../tags/tag578.xml"/><Relationship Id="rId28" Type="http://schemas.openxmlformats.org/officeDocument/2006/relationships/image" Target="../media/image31.png"/><Relationship Id="rId10" Type="http://schemas.openxmlformats.org/officeDocument/2006/relationships/tags" Target="../tags/tag565.xml"/><Relationship Id="rId19" Type="http://schemas.openxmlformats.org/officeDocument/2006/relationships/tags" Target="../tags/tag574.xml"/><Relationship Id="rId4" Type="http://schemas.openxmlformats.org/officeDocument/2006/relationships/tags" Target="../tags/tag559.xml"/><Relationship Id="rId9" Type="http://schemas.openxmlformats.org/officeDocument/2006/relationships/tags" Target="../tags/tag564.xml"/><Relationship Id="rId14" Type="http://schemas.openxmlformats.org/officeDocument/2006/relationships/tags" Target="../tags/tag569.xml"/><Relationship Id="rId22" Type="http://schemas.openxmlformats.org/officeDocument/2006/relationships/tags" Target="../tags/tag577.xml"/><Relationship Id="rId27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589.xml"/><Relationship Id="rId13" Type="http://schemas.openxmlformats.org/officeDocument/2006/relationships/tags" Target="../tags/tag594.xml"/><Relationship Id="rId18" Type="http://schemas.openxmlformats.org/officeDocument/2006/relationships/tags" Target="../tags/tag599.xml"/><Relationship Id="rId26" Type="http://schemas.openxmlformats.org/officeDocument/2006/relationships/slideLayout" Target="../slideLayouts/slideLayout1.xml"/><Relationship Id="rId3" Type="http://schemas.openxmlformats.org/officeDocument/2006/relationships/tags" Target="../tags/tag584.xml"/><Relationship Id="rId21" Type="http://schemas.openxmlformats.org/officeDocument/2006/relationships/tags" Target="../tags/tag602.xml"/><Relationship Id="rId7" Type="http://schemas.openxmlformats.org/officeDocument/2006/relationships/tags" Target="../tags/tag588.xml"/><Relationship Id="rId12" Type="http://schemas.openxmlformats.org/officeDocument/2006/relationships/tags" Target="../tags/tag593.xml"/><Relationship Id="rId17" Type="http://schemas.openxmlformats.org/officeDocument/2006/relationships/tags" Target="../tags/tag598.xml"/><Relationship Id="rId25" Type="http://schemas.openxmlformats.org/officeDocument/2006/relationships/tags" Target="../tags/tag606.xml"/><Relationship Id="rId2" Type="http://schemas.openxmlformats.org/officeDocument/2006/relationships/tags" Target="../tags/tag583.xml"/><Relationship Id="rId16" Type="http://schemas.openxmlformats.org/officeDocument/2006/relationships/tags" Target="../tags/tag597.xml"/><Relationship Id="rId20" Type="http://schemas.openxmlformats.org/officeDocument/2006/relationships/tags" Target="../tags/tag601.xml"/><Relationship Id="rId1" Type="http://schemas.openxmlformats.org/officeDocument/2006/relationships/tags" Target="../tags/tag582.xml"/><Relationship Id="rId6" Type="http://schemas.openxmlformats.org/officeDocument/2006/relationships/tags" Target="../tags/tag587.xml"/><Relationship Id="rId11" Type="http://schemas.openxmlformats.org/officeDocument/2006/relationships/tags" Target="../tags/tag592.xml"/><Relationship Id="rId24" Type="http://schemas.openxmlformats.org/officeDocument/2006/relationships/tags" Target="../tags/tag605.xml"/><Relationship Id="rId5" Type="http://schemas.openxmlformats.org/officeDocument/2006/relationships/tags" Target="../tags/tag586.xml"/><Relationship Id="rId15" Type="http://schemas.openxmlformats.org/officeDocument/2006/relationships/tags" Target="../tags/tag596.xml"/><Relationship Id="rId23" Type="http://schemas.openxmlformats.org/officeDocument/2006/relationships/tags" Target="../tags/tag604.xml"/><Relationship Id="rId10" Type="http://schemas.openxmlformats.org/officeDocument/2006/relationships/tags" Target="../tags/tag591.xml"/><Relationship Id="rId19" Type="http://schemas.openxmlformats.org/officeDocument/2006/relationships/tags" Target="../tags/tag600.xml"/><Relationship Id="rId4" Type="http://schemas.openxmlformats.org/officeDocument/2006/relationships/tags" Target="../tags/tag585.xml"/><Relationship Id="rId9" Type="http://schemas.openxmlformats.org/officeDocument/2006/relationships/tags" Target="../tags/tag590.xml"/><Relationship Id="rId14" Type="http://schemas.openxmlformats.org/officeDocument/2006/relationships/tags" Target="../tags/tag595.xml"/><Relationship Id="rId22" Type="http://schemas.openxmlformats.org/officeDocument/2006/relationships/tags" Target="../tags/tag603.xml"/><Relationship Id="rId27" Type="http://schemas.openxmlformats.org/officeDocument/2006/relationships/image" Target="../media/image37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614.xml"/><Relationship Id="rId13" Type="http://schemas.openxmlformats.org/officeDocument/2006/relationships/tags" Target="../tags/tag619.xml"/><Relationship Id="rId18" Type="http://schemas.openxmlformats.org/officeDocument/2006/relationships/tags" Target="../tags/tag624.xml"/><Relationship Id="rId3" Type="http://schemas.openxmlformats.org/officeDocument/2006/relationships/tags" Target="../tags/tag609.xml"/><Relationship Id="rId21" Type="http://schemas.openxmlformats.org/officeDocument/2006/relationships/tags" Target="../tags/tag627.xml"/><Relationship Id="rId7" Type="http://schemas.openxmlformats.org/officeDocument/2006/relationships/tags" Target="../tags/tag613.xml"/><Relationship Id="rId12" Type="http://schemas.openxmlformats.org/officeDocument/2006/relationships/tags" Target="../tags/tag618.xml"/><Relationship Id="rId17" Type="http://schemas.openxmlformats.org/officeDocument/2006/relationships/tags" Target="../tags/tag623.xml"/><Relationship Id="rId25" Type="http://schemas.openxmlformats.org/officeDocument/2006/relationships/slideLayout" Target="../slideLayouts/slideLayout1.xml"/><Relationship Id="rId2" Type="http://schemas.openxmlformats.org/officeDocument/2006/relationships/tags" Target="../tags/tag608.xml"/><Relationship Id="rId16" Type="http://schemas.openxmlformats.org/officeDocument/2006/relationships/tags" Target="../tags/tag622.xml"/><Relationship Id="rId20" Type="http://schemas.openxmlformats.org/officeDocument/2006/relationships/tags" Target="../tags/tag626.xml"/><Relationship Id="rId1" Type="http://schemas.openxmlformats.org/officeDocument/2006/relationships/tags" Target="../tags/tag607.xml"/><Relationship Id="rId6" Type="http://schemas.openxmlformats.org/officeDocument/2006/relationships/tags" Target="../tags/tag612.xml"/><Relationship Id="rId11" Type="http://schemas.openxmlformats.org/officeDocument/2006/relationships/tags" Target="../tags/tag617.xml"/><Relationship Id="rId24" Type="http://schemas.openxmlformats.org/officeDocument/2006/relationships/tags" Target="../tags/tag630.xml"/><Relationship Id="rId5" Type="http://schemas.openxmlformats.org/officeDocument/2006/relationships/tags" Target="../tags/tag611.xml"/><Relationship Id="rId15" Type="http://schemas.openxmlformats.org/officeDocument/2006/relationships/tags" Target="../tags/tag621.xml"/><Relationship Id="rId23" Type="http://schemas.openxmlformats.org/officeDocument/2006/relationships/tags" Target="../tags/tag629.xml"/><Relationship Id="rId10" Type="http://schemas.openxmlformats.org/officeDocument/2006/relationships/tags" Target="../tags/tag616.xml"/><Relationship Id="rId19" Type="http://schemas.openxmlformats.org/officeDocument/2006/relationships/tags" Target="../tags/tag625.xml"/><Relationship Id="rId4" Type="http://schemas.openxmlformats.org/officeDocument/2006/relationships/tags" Target="../tags/tag610.xml"/><Relationship Id="rId9" Type="http://schemas.openxmlformats.org/officeDocument/2006/relationships/tags" Target="../tags/tag615.xml"/><Relationship Id="rId14" Type="http://schemas.openxmlformats.org/officeDocument/2006/relationships/tags" Target="../tags/tag620.xml"/><Relationship Id="rId22" Type="http://schemas.openxmlformats.org/officeDocument/2006/relationships/tags" Target="../tags/tag628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638.xml"/><Relationship Id="rId13" Type="http://schemas.openxmlformats.org/officeDocument/2006/relationships/tags" Target="../tags/tag643.xml"/><Relationship Id="rId18" Type="http://schemas.openxmlformats.org/officeDocument/2006/relationships/tags" Target="../tags/tag648.xml"/><Relationship Id="rId26" Type="http://schemas.openxmlformats.org/officeDocument/2006/relationships/tags" Target="../tags/tag656.xml"/><Relationship Id="rId3" Type="http://schemas.openxmlformats.org/officeDocument/2006/relationships/tags" Target="../tags/tag633.xml"/><Relationship Id="rId21" Type="http://schemas.openxmlformats.org/officeDocument/2006/relationships/tags" Target="../tags/tag651.xml"/><Relationship Id="rId7" Type="http://schemas.openxmlformats.org/officeDocument/2006/relationships/tags" Target="../tags/tag637.xml"/><Relationship Id="rId12" Type="http://schemas.openxmlformats.org/officeDocument/2006/relationships/tags" Target="../tags/tag642.xml"/><Relationship Id="rId17" Type="http://schemas.openxmlformats.org/officeDocument/2006/relationships/tags" Target="../tags/tag647.xml"/><Relationship Id="rId25" Type="http://schemas.openxmlformats.org/officeDocument/2006/relationships/tags" Target="../tags/tag655.xml"/><Relationship Id="rId2" Type="http://schemas.openxmlformats.org/officeDocument/2006/relationships/tags" Target="../tags/tag632.xml"/><Relationship Id="rId16" Type="http://schemas.openxmlformats.org/officeDocument/2006/relationships/tags" Target="../tags/tag646.xml"/><Relationship Id="rId20" Type="http://schemas.openxmlformats.org/officeDocument/2006/relationships/tags" Target="../tags/tag650.xml"/><Relationship Id="rId1" Type="http://schemas.openxmlformats.org/officeDocument/2006/relationships/tags" Target="../tags/tag631.xml"/><Relationship Id="rId6" Type="http://schemas.openxmlformats.org/officeDocument/2006/relationships/tags" Target="../tags/tag636.xml"/><Relationship Id="rId11" Type="http://schemas.openxmlformats.org/officeDocument/2006/relationships/tags" Target="../tags/tag641.xml"/><Relationship Id="rId24" Type="http://schemas.openxmlformats.org/officeDocument/2006/relationships/tags" Target="../tags/tag654.xml"/><Relationship Id="rId5" Type="http://schemas.openxmlformats.org/officeDocument/2006/relationships/tags" Target="../tags/tag635.xml"/><Relationship Id="rId15" Type="http://schemas.openxmlformats.org/officeDocument/2006/relationships/tags" Target="../tags/tag645.xml"/><Relationship Id="rId23" Type="http://schemas.openxmlformats.org/officeDocument/2006/relationships/tags" Target="../tags/tag653.xml"/><Relationship Id="rId10" Type="http://schemas.openxmlformats.org/officeDocument/2006/relationships/tags" Target="../tags/tag640.xml"/><Relationship Id="rId19" Type="http://schemas.openxmlformats.org/officeDocument/2006/relationships/tags" Target="../tags/tag649.xml"/><Relationship Id="rId4" Type="http://schemas.openxmlformats.org/officeDocument/2006/relationships/tags" Target="../tags/tag634.xml"/><Relationship Id="rId9" Type="http://schemas.openxmlformats.org/officeDocument/2006/relationships/tags" Target="../tags/tag639.xml"/><Relationship Id="rId14" Type="http://schemas.openxmlformats.org/officeDocument/2006/relationships/tags" Target="../tags/tag644.xml"/><Relationship Id="rId22" Type="http://schemas.openxmlformats.org/officeDocument/2006/relationships/tags" Target="../tags/tag652.xml"/><Relationship Id="rId27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tags" Target="../tags/tag669.xml"/><Relationship Id="rId18" Type="http://schemas.openxmlformats.org/officeDocument/2006/relationships/tags" Target="../tags/tag674.xml"/><Relationship Id="rId26" Type="http://schemas.openxmlformats.org/officeDocument/2006/relationships/tags" Target="../tags/tag682.xml"/><Relationship Id="rId3" Type="http://schemas.openxmlformats.org/officeDocument/2006/relationships/tags" Target="../tags/tag659.xml"/><Relationship Id="rId21" Type="http://schemas.openxmlformats.org/officeDocument/2006/relationships/tags" Target="../tags/tag677.xml"/><Relationship Id="rId7" Type="http://schemas.openxmlformats.org/officeDocument/2006/relationships/tags" Target="../tags/tag663.xml"/><Relationship Id="rId12" Type="http://schemas.openxmlformats.org/officeDocument/2006/relationships/tags" Target="../tags/tag668.xml"/><Relationship Id="rId17" Type="http://schemas.openxmlformats.org/officeDocument/2006/relationships/tags" Target="../tags/tag673.xml"/><Relationship Id="rId25" Type="http://schemas.openxmlformats.org/officeDocument/2006/relationships/tags" Target="../tags/tag681.xml"/><Relationship Id="rId33" Type="http://schemas.openxmlformats.org/officeDocument/2006/relationships/slideLayout" Target="../slideLayouts/slideLayout1.xml"/><Relationship Id="rId2" Type="http://schemas.openxmlformats.org/officeDocument/2006/relationships/tags" Target="../tags/tag658.xml"/><Relationship Id="rId16" Type="http://schemas.openxmlformats.org/officeDocument/2006/relationships/tags" Target="../tags/tag672.xml"/><Relationship Id="rId20" Type="http://schemas.openxmlformats.org/officeDocument/2006/relationships/tags" Target="../tags/tag676.xml"/><Relationship Id="rId29" Type="http://schemas.openxmlformats.org/officeDocument/2006/relationships/tags" Target="../tags/tag685.xml"/><Relationship Id="rId1" Type="http://schemas.openxmlformats.org/officeDocument/2006/relationships/tags" Target="../tags/tag657.xml"/><Relationship Id="rId6" Type="http://schemas.openxmlformats.org/officeDocument/2006/relationships/tags" Target="../tags/tag662.xml"/><Relationship Id="rId11" Type="http://schemas.openxmlformats.org/officeDocument/2006/relationships/tags" Target="../tags/tag667.xml"/><Relationship Id="rId24" Type="http://schemas.openxmlformats.org/officeDocument/2006/relationships/tags" Target="../tags/tag680.xml"/><Relationship Id="rId32" Type="http://schemas.openxmlformats.org/officeDocument/2006/relationships/tags" Target="../tags/tag688.xml"/><Relationship Id="rId5" Type="http://schemas.openxmlformats.org/officeDocument/2006/relationships/tags" Target="../tags/tag661.xml"/><Relationship Id="rId15" Type="http://schemas.openxmlformats.org/officeDocument/2006/relationships/tags" Target="../tags/tag671.xml"/><Relationship Id="rId23" Type="http://schemas.openxmlformats.org/officeDocument/2006/relationships/tags" Target="../tags/tag679.xml"/><Relationship Id="rId28" Type="http://schemas.openxmlformats.org/officeDocument/2006/relationships/tags" Target="../tags/tag684.xml"/><Relationship Id="rId10" Type="http://schemas.openxmlformats.org/officeDocument/2006/relationships/tags" Target="../tags/tag666.xml"/><Relationship Id="rId19" Type="http://schemas.openxmlformats.org/officeDocument/2006/relationships/tags" Target="../tags/tag675.xml"/><Relationship Id="rId31" Type="http://schemas.openxmlformats.org/officeDocument/2006/relationships/tags" Target="../tags/tag687.xml"/><Relationship Id="rId4" Type="http://schemas.openxmlformats.org/officeDocument/2006/relationships/tags" Target="../tags/tag660.xml"/><Relationship Id="rId9" Type="http://schemas.openxmlformats.org/officeDocument/2006/relationships/tags" Target="../tags/tag665.xml"/><Relationship Id="rId14" Type="http://schemas.openxmlformats.org/officeDocument/2006/relationships/tags" Target="../tags/tag670.xml"/><Relationship Id="rId22" Type="http://schemas.openxmlformats.org/officeDocument/2006/relationships/tags" Target="../tags/tag678.xml"/><Relationship Id="rId27" Type="http://schemas.openxmlformats.org/officeDocument/2006/relationships/tags" Target="../tags/tag683.xml"/><Relationship Id="rId30" Type="http://schemas.openxmlformats.org/officeDocument/2006/relationships/tags" Target="../tags/tag686.xml"/><Relationship Id="rId8" Type="http://schemas.openxmlformats.org/officeDocument/2006/relationships/tags" Target="../tags/tag664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tags" Target="../tags/tag696.xml"/><Relationship Id="rId13" Type="http://schemas.openxmlformats.org/officeDocument/2006/relationships/tags" Target="../tags/tag701.xml"/><Relationship Id="rId18" Type="http://schemas.openxmlformats.org/officeDocument/2006/relationships/tags" Target="../tags/tag706.xml"/><Relationship Id="rId26" Type="http://schemas.openxmlformats.org/officeDocument/2006/relationships/tags" Target="../tags/tag714.xml"/><Relationship Id="rId3" Type="http://schemas.openxmlformats.org/officeDocument/2006/relationships/tags" Target="../tags/tag691.xml"/><Relationship Id="rId21" Type="http://schemas.openxmlformats.org/officeDocument/2006/relationships/tags" Target="../tags/tag709.xml"/><Relationship Id="rId7" Type="http://schemas.openxmlformats.org/officeDocument/2006/relationships/tags" Target="../tags/tag695.xml"/><Relationship Id="rId12" Type="http://schemas.openxmlformats.org/officeDocument/2006/relationships/tags" Target="../tags/tag700.xml"/><Relationship Id="rId17" Type="http://schemas.openxmlformats.org/officeDocument/2006/relationships/tags" Target="../tags/tag705.xml"/><Relationship Id="rId25" Type="http://schemas.openxmlformats.org/officeDocument/2006/relationships/tags" Target="../tags/tag713.xml"/><Relationship Id="rId2" Type="http://schemas.openxmlformats.org/officeDocument/2006/relationships/tags" Target="../tags/tag690.xml"/><Relationship Id="rId16" Type="http://schemas.openxmlformats.org/officeDocument/2006/relationships/tags" Target="../tags/tag704.xml"/><Relationship Id="rId20" Type="http://schemas.openxmlformats.org/officeDocument/2006/relationships/tags" Target="../tags/tag708.xml"/><Relationship Id="rId29" Type="http://schemas.openxmlformats.org/officeDocument/2006/relationships/tags" Target="../tags/tag717.xml"/><Relationship Id="rId1" Type="http://schemas.openxmlformats.org/officeDocument/2006/relationships/tags" Target="../tags/tag689.xml"/><Relationship Id="rId6" Type="http://schemas.openxmlformats.org/officeDocument/2006/relationships/tags" Target="../tags/tag694.xml"/><Relationship Id="rId11" Type="http://schemas.openxmlformats.org/officeDocument/2006/relationships/tags" Target="../tags/tag699.xml"/><Relationship Id="rId24" Type="http://schemas.openxmlformats.org/officeDocument/2006/relationships/tags" Target="../tags/tag712.xml"/><Relationship Id="rId32" Type="http://schemas.openxmlformats.org/officeDocument/2006/relationships/image" Target="../media/image37.png"/><Relationship Id="rId5" Type="http://schemas.openxmlformats.org/officeDocument/2006/relationships/tags" Target="../tags/tag693.xml"/><Relationship Id="rId15" Type="http://schemas.openxmlformats.org/officeDocument/2006/relationships/tags" Target="../tags/tag703.xml"/><Relationship Id="rId23" Type="http://schemas.openxmlformats.org/officeDocument/2006/relationships/tags" Target="../tags/tag711.xml"/><Relationship Id="rId28" Type="http://schemas.openxmlformats.org/officeDocument/2006/relationships/tags" Target="../tags/tag716.xml"/><Relationship Id="rId10" Type="http://schemas.openxmlformats.org/officeDocument/2006/relationships/tags" Target="../tags/tag698.xml"/><Relationship Id="rId19" Type="http://schemas.openxmlformats.org/officeDocument/2006/relationships/tags" Target="../tags/tag707.xml"/><Relationship Id="rId31" Type="http://schemas.openxmlformats.org/officeDocument/2006/relationships/slideLayout" Target="../slideLayouts/slideLayout1.xml"/><Relationship Id="rId4" Type="http://schemas.openxmlformats.org/officeDocument/2006/relationships/tags" Target="../tags/tag692.xml"/><Relationship Id="rId9" Type="http://schemas.openxmlformats.org/officeDocument/2006/relationships/tags" Target="../tags/tag697.xml"/><Relationship Id="rId14" Type="http://schemas.openxmlformats.org/officeDocument/2006/relationships/tags" Target="../tags/tag702.xml"/><Relationship Id="rId22" Type="http://schemas.openxmlformats.org/officeDocument/2006/relationships/tags" Target="../tags/tag710.xml"/><Relationship Id="rId27" Type="http://schemas.openxmlformats.org/officeDocument/2006/relationships/tags" Target="../tags/tag715.xml"/><Relationship Id="rId30" Type="http://schemas.openxmlformats.org/officeDocument/2006/relationships/tags" Target="../tags/tag71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19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722.xml"/><Relationship Id="rId7" Type="http://schemas.openxmlformats.org/officeDocument/2006/relationships/tags" Target="../tags/tag726.xml"/><Relationship Id="rId2" Type="http://schemas.openxmlformats.org/officeDocument/2006/relationships/tags" Target="../tags/tag721.xml"/><Relationship Id="rId1" Type="http://schemas.openxmlformats.org/officeDocument/2006/relationships/tags" Target="../tags/tag720.xml"/><Relationship Id="rId6" Type="http://schemas.openxmlformats.org/officeDocument/2006/relationships/tags" Target="../tags/tag725.xml"/><Relationship Id="rId11" Type="http://schemas.openxmlformats.org/officeDocument/2006/relationships/image" Target="../media/image40.png"/><Relationship Id="rId5" Type="http://schemas.openxmlformats.org/officeDocument/2006/relationships/tags" Target="../tags/tag724.xml"/><Relationship Id="rId10" Type="http://schemas.openxmlformats.org/officeDocument/2006/relationships/image" Target="../media/image39.png"/><Relationship Id="rId4" Type="http://schemas.openxmlformats.org/officeDocument/2006/relationships/tags" Target="../tags/tag723.xml"/><Relationship Id="rId9" Type="http://schemas.openxmlformats.org/officeDocument/2006/relationships/image" Target="../media/image3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28.xml"/><Relationship Id="rId1" Type="http://schemas.openxmlformats.org/officeDocument/2006/relationships/tags" Target="../tags/tag72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35" y="0"/>
            <a:ext cx="12191365" cy="6857365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"/>
            </p:custDataLst>
          </p:nvPr>
        </p:nvSpPr>
        <p:spPr>
          <a:xfrm>
            <a:off x="406400" y="453153"/>
            <a:ext cx="1735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000" dirty="0">
                <a:latin typeface="MiSans Semibold" pitchFamily="2" charset="-122"/>
                <a:ea typeface="MiSans Semibold" pitchFamily="2" charset="-122"/>
                <a:cs typeface="思源黑体" panose="020B0500000000000000" charset="-122"/>
              </a:rPr>
              <a:t>孤独量表</a:t>
            </a:r>
            <a:endParaRPr lang="en-US" sz="1000" dirty="0">
              <a:latin typeface="MiSans Semibold" pitchFamily="2" charset="-122"/>
              <a:ea typeface="MiSans Semibold" pitchFamily="2" charset="-122"/>
              <a:cs typeface="思源黑体" panose="020B0500000000000000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330835" y="541655"/>
            <a:ext cx="75565" cy="75565"/>
          </a:xfrm>
          <a:prstGeom prst="ellipse">
            <a:avLst/>
          </a:prstGeom>
          <a:solidFill>
            <a:srgbClr val="CE8540"/>
          </a:solidFill>
          <a:ln>
            <a:solidFill>
              <a:srgbClr val="CE854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7C6B8F5-78A4-1528-791F-B24EF10472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990600"/>
            <a:ext cx="48768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35" y="0"/>
            <a:ext cx="12191365" cy="6857365"/>
          </a:xfrm>
          <a:prstGeom prst="rect">
            <a:avLst/>
          </a:prstGeom>
          <a:noFill/>
          <a:ln w="571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751262" y="1476057"/>
            <a:ext cx="5781040" cy="140779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prstTxWarp prst="textPlain">
              <a:avLst/>
            </a:prstTxWarp>
            <a:noAutofit/>
          </a:bodyPr>
          <a:lstStyle/>
          <a:p>
            <a:pPr algn="ctr"/>
            <a:endParaRPr lang="en-US" altLang="zh-CN" sz="7200">
              <a:solidFill>
                <a:srgbClr val="102EA0"/>
              </a:solidFill>
              <a:effectLst/>
              <a:latin typeface="Bebas" pitchFamily="2" charset="0"/>
              <a:ea typeface="MiSans Normal" pitchFamily="2" charset="-122"/>
              <a:cs typeface="G8321 SemiBold" panose="00000705000000000000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1"/>
            </p:custDataLst>
          </p:nvPr>
        </p:nvSpPr>
        <p:spPr>
          <a:xfrm>
            <a:off x="4559574" y="4660694"/>
            <a:ext cx="3071580" cy="8197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dirty="0">
                <a:solidFill>
                  <a:srgbClr val="CE8540"/>
                </a:solidFill>
                <a:latin typeface="Estrada Signature" panose="02000600000000000000" pitchFamily="2" charset="0"/>
                <a:ea typeface="MiSans Normal" pitchFamily="2" charset="-122"/>
              </a:rPr>
              <a:t>用陪伴缓解孤独</a:t>
            </a:r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491171" y="365974"/>
            <a:ext cx="17202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400" b="1" dirty="0">
                <a:latin typeface="MiSans Semibold" pitchFamily="2" charset="-122"/>
                <a:ea typeface="MiSans Semibold" pitchFamily="2" charset="-122"/>
                <a:cs typeface="思源黑体" panose="020B0500000000000000" charset="-122"/>
              </a:rPr>
              <a:t>于思源  毛锦浩</a:t>
            </a:r>
            <a:endParaRPr lang="en-US" altLang="zh-CN" sz="1400" b="1" dirty="0">
              <a:latin typeface="MiSans Semibold" pitchFamily="2" charset="-122"/>
              <a:ea typeface="MiSans Semibold" pitchFamily="2" charset="-122"/>
              <a:cs typeface="思源黑体" panose="020B0500000000000000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445135" y="482081"/>
            <a:ext cx="75565" cy="75565"/>
          </a:xfrm>
          <a:prstGeom prst="ellipse">
            <a:avLst/>
          </a:prstGeom>
          <a:solidFill>
            <a:srgbClr val="FFE291"/>
          </a:solidFill>
          <a:ln>
            <a:solidFill>
              <a:srgbClr val="CE854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16" name="图形 9">
            <a:extLst>
              <a:ext uri="{FF2B5EF4-FFF2-40B4-BE49-F238E27FC236}">
                <a16:creationId xmlns:a16="http://schemas.microsoft.com/office/drawing/2014/main" id="{CCBA56AB-E1D2-D842-A0E3-A72995E9E281}"/>
              </a:ext>
            </a:extLst>
          </p:cNvPr>
          <p:cNvSpPr/>
          <p:nvPr/>
        </p:nvSpPr>
        <p:spPr>
          <a:xfrm>
            <a:off x="-636" y="5531311"/>
            <a:ext cx="12192001" cy="1229459"/>
          </a:xfrm>
          <a:custGeom>
            <a:avLst/>
            <a:gdLst>
              <a:gd name="connsiteX0" fmla="*/ 42037 w 13496038"/>
              <a:gd name="connsiteY0" fmla="*/ 899617 h 5086325"/>
              <a:gd name="connsiteX1" fmla="*/ 404 w 13496038"/>
              <a:gd name="connsiteY1" fmla="*/ 1106386 h 5086325"/>
              <a:gd name="connsiteX2" fmla="*/ 20058 w 13496038"/>
              <a:gd name="connsiteY2" fmla="*/ 1293368 h 5086325"/>
              <a:gd name="connsiteX3" fmla="*/ 392163 w 13496038"/>
              <a:gd name="connsiteY3" fmla="*/ 1714343 h 5086325"/>
              <a:gd name="connsiteX4" fmla="*/ 769381 w 13496038"/>
              <a:gd name="connsiteY4" fmla="*/ 1726760 h 5086325"/>
              <a:gd name="connsiteX5" fmla="*/ 1231789 w 13496038"/>
              <a:gd name="connsiteY5" fmla="*/ 1262227 h 5086325"/>
              <a:gd name="connsiteX6" fmla="*/ 1357617 w 13496038"/>
              <a:gd name="connsiteY6" fmla="*/ 967411 h 5086325"/>
              <a:gd name="connsiteX7" fmla="*/ 1636629 w 13496038"/>
              <a:gd name="connsiteY7" fmla="*/ 735676 h 5086325"/>
              <a:gd name="connsiteX8" fmla="*/ 1973343 w 13496038"/>
              <a:gd name="connsiteY8" fmla="*/ 743312 h 5086325"/>
              <a:gd name="connsiteX9" fmla="*/ 2090007 w 13496038"/>
              <a:gd name="connsiteY9" fmla="*/ 1025046 h 5086325"/>
              <a:gd name="connsiteX10" fmla="*/ 1760066 w 13496038"/>
              <a:gd name="connsiteY10" fmla="*/ 1602393 h 5086325"/>
              <a:gd name="connsiteX11" fmla="*/ 1644730 w 13496038"/>
              <a:gd name="connsiteY11" fmla="*/ 2052318 h 5086325"/>
              <a:gd name="connsiteX12" fmla="*/ 1959067 w 13496038"/>
              <a:gd name="connsiteY12" fmla="*/ 2763992 h 5086325"/>
              <a:gd name="connsiteX13" fmla="*/ 2968211 w 13496038"/>
              <a:gd name="connsiteY13" fmla="*/ 2645734 h 5086325"/>
              <a:gd name="connsiteX14" fmla="*/ 3455520 w 13496038"/>
              <a:gd name="connsiteY14" fmla="*/ 2041694 h 5086325"/>
              <a:gd name="connsiteX15" fmla="*/ 3863945 w 13496038"/>
              <a:gd name="connsiteY15" fmla="*/ 1159506 h 5086325"/>
              <a:gd name="connsiteX16" fmla="*/ 4566655 w 13496038"/>
              <a:gd name="connsiteY16" fmla="*/ 391592 h 5086325"/>
              <a:gd name="connsiteX17" fmla="*/ 6624983 w 13496038"/>
              <a:gd name="connsiteY17" fmla="*/ 85754 h 5086325"/>
              <a:gd name="connsiteX18" fmla="*/ 7153194 w 13496038"/>
              <a:gd name="connsiteY18" fmla="*/ 370078 h 5086325"/>
              <a:gd name="connsiteX19" fmla="*/ 7659294 w 13496038"/>
              <a:gd name="connsiteY19" fmla="*/ 1308374 h 5086325"/>
              <a:gd name="connsiteX20" fmla="*/ 6722790 w 13496038"/>
              <a:gd name="connsiteY20" fmla="*/ 2747458 h 5086325"/>
              <a:gd name="connsiteX21" fmla="*/ 6118552 w 13496038"/>
              <a:gd name="connsiteY21" fmla="*/ 3360595 h 5086325"/>
              <a:gd name="connsiteX22" fmla="*/ 5918555 w 13496038"/>
              <a:gd name="connsiteY22" fmla="*/ 4206794 h 5086325"/>
              <a:gd name="connsiteX23" fmla="*/ 6748022 w 13496038"/>
              <a:gd name="connsiteY23" fmla="*/ 4947949 h 5086325"/>
              <a:gd name="connsiteX24" fmla="*/ 11105644 w 13496038"/>
              <a:gd name="connsiteY24" fmla="*/ 3188221 h 5086325"/>
              <a:gd name="connsiteX25" fmla="*/ 11331537 w 13496038"/>
              <a:gd name="connsiteY25" fmla="*/ 3017639 h 5086325"/>
              <a:gd name="connsiteX26" fmla="*/ 13496039 w 13496038"/>
              <a:gd name="connsiteY26" fmla="*/ 3162789 h 5086325"/>
              <a:gd name="connsiteX0" fmla="*/ 1496 w 13617451"/>
              <a:gd name="connsiteY0" fmla="*/ 852381 h 5086325"/>
              <a:gd name="connsiteX1" fmla="*/ 121816 w 13617451"/>
              <a:gd name="connsiteY1" fmla="*/ 1106386 h 5086325"/>
              <a:gd name="connsiteX2" fmla="*/ 141470 w 13617451"/>
              <a:gd name="connsiteY2" fmla="*/ 1293368 h 5086325"/>
              <a:gd name="connsiteX3" fmla="*/ 513575 w 13617451"/>
              <a:gd name="connsiteY3" fmla="*/ 1714343 h 5086325"/>
              <a:gd name="connsiteX4" fmla="*/ 890793 w 13617451"/>
              <a:gd name="connsiteY4" fmla="*/ 1726760 h 5086325"/>
              <a:gd name="connsiteX5" fmla="*/ 1353201 w 13617451"/>
              <a:gd name="connsiteY5" fmla="*/ 1262227 h 5086325"/>
              <a:gd name="connsiteX6" fmla="*/ 1479029 w 13617451"/>
              <a:gd name="connsiteY6" fmla="*/ 967411 h 5086325"/>
              <a:gd name="connsiteX7" fmla="*/ 1758041 w 13617451"/>
              <a:gd name="connsiteY7" fmla="*/ 735676 h 5086325"/>
              <a:gd name="connsiteX8" fmla="*/ 2094755 w 13617451"/>
              <a:gd name="connsiteY8" fmla="*/ 743312 h 5086325"/>
              <a:gd name="connsiteX9" fmla="*/ 2211419 w 13617451"/>
              <a:gd name="connsiteY9" fmla="*/ 1025046 h 5086325"/>
              <a:gd name="connsiteX10" fmla="*/ 1881478 w 13617451"/>
              <a:gd name="connsiteY10" fmla="*/ 1602393 h 5086325"/>
              <a:gd name="connsiteX11" fmla="*/ 1766142 w 13617451"/>
              <a:gd name="connsiteY11" fmla="*/ 2052318 h 5086325"/>
              <a:gd name="connsiteX12" fmla="*/ 2080479 w 13617451"/>
              <a:gd name="connsiteY12" fmla="*/ 2763992 h 5086325"/>
              <a:gd name="connsiteX13" fmla="*/ 3089623 w 13617451"/>
              <a:gd name="connsiteY13" fmla="*/ 2645734 h 5086325"/>
              <a:gd name="connsiteX14" fmla="*/ 3576932 w 13617451"/>
              <a:gd name="connsiteY14" fmla="*/ 2041694 h 5086325"/>
              <a:gd name="connsiteX15" fmla="*/ 3985357 w 13617451"/>
              <a:gd name="connsiteY15" fmla="*/ 1159506 h 5086325"/>
              <a:gd name="connsiteX16" fmla="*/ 4688067 w 13617451"/>
              <a:gd name="connsiteY16" fmla="*/ 391592 h 5086325"/>
              <a:gd name="connsiteX17" fmla="*/ 6746395 w 13617451"/>
              <a:gd name="connsiteY17" fmla="*/ 85754 h 5086325"/>
              <a:gd name="connsiteX18" fmla="*/ 7274606 w 13617451"/>
              <a:gd name="connsiteY18" fmla="*/ 370078 h 5086325"/>
              <a:gd name="connsiteX19" fmla="*/ 7780706 w 13617451"/>
              <a:gd name="connsiteY19" fmla="*/ 1308374 h 5086325"/>
              <a:gd name="connsiteX20" fmla="*/ 6844202 w 13617451"/>
              <a:gd name="connsiteY20" fmla="*/ 2747458 h 5086325"/>
              <a:gd name="connsiteX21" fmla="*/ 6239964 w 13617451"/>
              <a:gd name="connsiteY21" fmla="*/ 3360595 h 5086325"/>
              <a:gd name="connsiteX22" fmla="*/ 6039967 w 13617451"/>
              <a:gd name="connsiteY22" fmla="*/ 4206794 h 5086325"/>
              <a:gd name="connsiteX23" fmla="*/ 6869434 w 13617451"/>
              <a:gd name="connsiteY23" fmla="*/ 4947949 h 5086325"/>
              <a:gd name="connsiteX24" fmla="*/ 11227056 w 13617451"/>
              <a:gd name="connsiteY24" fmla="*/ 3188221 h 5086325"/>
              <a:gd name="connsiteX25" fmla="*/ 11452949 w 13617451"/>
              <a:gd name="connsiteY25" fmla="*/ 3017639 h 5086325"/>
              <a:gd name="connsiteX26" fmla="*/ 13617451 w 13617451"/>
              <a:gd name="connsiteY26" fmla="*/ 3162789 h 5086325"/>
              <a:gd name="connsiteX0" fmla="*/ 21792 w 13496039"/>
              <a:gd name="connsiteY0" fmla="*/ 940106 h 5086325"/>
              <a:gd name="connsiteX1" fmla="*/ 404 w 13496039"/>
              <a:gd name="connsiteY1" fmla="*/ 1106386 h 5086325"/>
              <a:gd name="connsiteX2" fmla="*/ 20058 w 13496039"/>
              <a:gd name="connsiteY2" fmla="*/ 1293368 h 5086325"/>
              <a:gd name="connsiteX3" fmla="*/ 392163 w 13496039"/>
              <a:gd name="connsiteY3" fmla="*/ 1714343 h 5086325"/>
              <a:gd name="connsiteX4" fmla="*/ 769381 w 13496039"/>
              <a:gd name="connsiteY4" fmla="*/ 1726760 h 5086325"/>
              <a:gd name="connsiteX5" fmla="*/ 1231789 w 13496039"/>
              <a:gd name="connsiteY5" fmla="*/ 1262227 h 5086325"/>
              <a:gd name="connsiteX6" fmla="*/ 1357617 w 13496039"/>
              <a:gd name="connsiteY6" fmla="*/ 967411 h 5086325"/>
              <a:gd name="connsiteX7" fmla="*/ 1636629 w 13496039"/>
              <a:gd name="connsiteY7" fmla="*/ 735676 h 5086325"/>
              <a:gd name="connsiteX8" fmla="*/ 1973343 w 13496039"/>
              <a:gd name="connsiteY8" fmla="*/ 743312 h 5086325"/>
              <a:gd name="connsiteX9" fmla="*/ 2090007 w 13496039"/>
              <a:gd name="connsiteY9" fmla="*/ 1025046 h 5086325"/>
              <a:gd name="connsiteX10" fmla="*/ 1760066 w 13496039"/>
              <a:gd name="connsiteY10" fmla="*/ 1602393 h 5086325"/>
              <a:gd name="connsiteX11" fmla="*/ 1644730 w 13496039"/>
              <a:gd name="connsiteY11" fmla="*/ 2052318 h 5086325"/>
              <a:gd name="connsiteX12" fmla="*/ 1959067 w 13496039"/>
              <a:gd name="connsiteY12" fmla="*/ 2763992 h 5086325"/>
              <a:gd name="connsiteX13" fmla="*/ 2968211 w 13496039"/>
              <a:gd name="connsiteY13" fmla="*/ 2645734 h 5086325"/>
              <a:gd name="connsiteX14" fmla="*/ 3455520 w 13496039"/>
              <a:gd name="connsiteY14" fmla="*/ 2041694 h 5086325"/>
              <a:gd name="connsiteX15" fmla="*/ 3863945 w 13496039"/>
              <a:gd name="connsiteY15" fmla="*/ 1159506 h 5086325"/>
              <a:gd name="connsiteX16" fmla="*/ 4566655 w 13496039"/>
              <a:gd name="connsiteY16" fmla="*/ 391592 h 5086325"/>
              <a:gd name="connsiteX17" fmla="*/ 6624983 w 13496039"/>
              <a:gd name="connsiteY17" fmla="*/ 85754 h 5086325"/>
              <a:gd name="connsiteX18" fmla="*/ 7153194 w 13496039"/>
              <a:gd name="connsiteY18" fmla="*/ 370078 h 5086325"/>
              <a:gd name="connsiteX19" fmla="*/ 7659294 w 13496039"/>
              <a:gd name="connsiteY19" fmla="*/ 1308374 h 5086325"/>
              <a:gd name="connsiteX20" fmla="*/ 6722790 w 13496039"/>
              <a:gd name="connsiteY20" fmla="*/ 2747458 h 5086325"/>
              <a:gd name="connsiteX21" fmla="*/ 6118552 w 13496039"/>
              <a:gd name="connsiteY21" fmla="*/ 3360595 h 5086325"/>
              <a:gd name="connsiteX22" fmla="*/ 5918555 w 13496039"/>
              <a:gd name="connsiteY22" fmla="*/ 4206794 h 5086325"/>
              <a:gd name="connsiteX23" fmla="*/ 6748022 w 13496039"/>
              <a:gd name="connsiteY23" fmla="*/ 4947949 h 5086325"/>
              <a:gd name="connsiteX24" fmla="*/ 11105644 w 13496039"/>
              <a:gd name="connsiteY24" fmla="*/ 3188221 h 5086325"/>
              <a:gd name="connsiteX25" fmla="*/ 11331537 w 13496039"/>
              <a:gd name="connsiteY25" fmla="*/ 3017639 h 5086325"/>
              <a:gd name="connsiteX26" fmla="*/ 13496039 w 13496039"/>
              <a:gd name="connsiteY26" fmla="*/ 3162789 h 5086325"/>
              <a:gd name="connsiteX0" fmla="*/ 21792 w 13496039"/>
              <a:gd name="connsiteY0" fmla="*/ 940106 h 5086325"/>
              <a:gd name="connsiteX1" fmla="*/ 404 w 13496039"/>
              <a:gd name="connsiteY1" fmla="*/ 1106386 h 5086325"/>
              <a:gd name="connsiteX2" fmla="*/ 20058 w 13496039"/>
              <a:gd name="connsiteY2" fmla="*/ 1293368 h 5086325"/>
              <a:gd name="connsiteX3" fmla="*/ 392163 w 13496039"/>
              <a:gd name="connsiteY3" fmla="*/ 1714343 h 5086325"/>
              <a:gd name="connsiteX4" fmla="*/ 769381 w 13496039"/>
              <a:gd name="connsiteY4" fmla="*/ 1726760 h 5086325"/>
              <a:gd name="connsiteX5" fmla="*/ 1231789 w 13496039"/>
              <a:gd name="connsiteY5" fmla="*/ 1262227 h 5086325"/>
              <a:gd name="connsiteX6" fmla="*/ 1357617 w 13496039"/>
              <a:gd name="connsiteY6" fmla="*/ 967411 h 5086325"/>
              <a:gd name="connsiteX7" fmla="*/ 1636629 w 13496039"/>
              <a:gd name="connsiteY7" fmla="*/ 735676 h 5086325"/>
              <a:gd name="connsiteX8" fmla="*/ 1973343 w 13496039"/>
              <a:gd name="connsiteY8" fmla="*/ 743312 h 5086325"/>
              <a:gd name="connsiteX9" fmla="*/ 2090007 w 13496039"/>
              <a:gd name="connsiteY9" fmla="*/ 1025046 h 5086325"/>
              <a:gd name="connsiteX10" fmla="*/ 1760066 w 13496039"/>
              <a:gd name="connsiteY10" fmla="*/ 1602393 h 5086325"/>
              <a:gd name="connsiteX11" fmla="*/ 1644730 w 13496039"/>
              <a:gd name="connsiteY11" fmla="*/ 2052318 h 5086325"/>
              <a:gd name="connsiteX12" fmla="*/ 1959067 w 13496039"/>
              <a:gd name="connsiteY12" fmla="*/ 2763992 h 5086325"/>
              <a:gd name="connsiteX13" fmla="*/ 2968211 w 13496039"/>
              <a:gd name="connsiteY13" fmla="*/ 2645734 h 5086325"/>
              <a:gd name="connsiteX14" fmla="*/ 3455520 w 13496039"/>
              <a:gd name="connsiteY14" fmla="*/ 2041694 h 5086325"/>
              <a:gd name="connsiteX15" fmla="*/ 3863945 w 13496039"/>
              <a:gd name="connsiteY15" fmla="*/ 1159506 h 5086325"/>
              <a:gd name="connsiteX16" fmla="*/ 4566655 w 13496039"/>
              <a:gd name="connsiteY16" fmla="*/ 391592 h 5086325"/>
              <a:gd name="connsiteX17" fmla="*/ 6624983 w 13496039"/>
              <a:gd name="connsiteY17" fmla="*/ 85754 h 5086325"/>
              <a:gd name="connsiteX18" fmla="*/ 7153194 w 13496039"/>
              <a:gd name="connsiteY18" fmla="*/ 370078 h 5086325"/>
              <a:gd name="connsiteX19" fmla="*/ 7659294 w 13496039"/>
              <a:gd name="connsiteY19" fmla="*/ 1308374 h 5086325"/>
              <a:gd name="connsiteX20" fmla="*/ 6722790 w 13496039"/>
              <a:gd name="connsiteY20" fmla="*/ 2747458 h 5086325"/>
              <a:gd name="connsiteX21" fmla="*/ 6118552 w 13496039"/>
              <a:gd name="connsiteY21" fmla="*/ 3360595 h 5086325"/>
              <a:gd name="connsiteX22" fmla="*/ 5918555 w 13496039"/>
              <a:gd name="connsiteY22" fmla="*/ 4206794 h 5086325"/>
              <a:gd name="connsiteX23" fmla="*/ 6748022 w 13496039"/>
              <a:gd name="connsiteY23" fmla="*/ 4947949 h 5086325"/>
              <a:gd name="connsiteX24" fmla="*/ 11105644 w 13496039"/>
              <a:gd name="connsiteY24" fmla="*/ 3188221 h 5086325"/>
              <a:gd name="connsiteX25" fmla="*/ 11331537 w 13496039"/>
              <a:gd name="connsiteY25" fmla="*/ 3017639 h 5086325"/>
              <a:gd name="connsiteX26" fmla="*/ 13496039 w 13496039"/>
              <a:gd name="connsiteY26" fmla="*/ 3162789 h 5086325"/>
              <a:gd name="connsiteX0" fmla="*/ 21792 w 13496039"/>
              <a:gd name="connsiteY0" fmla="*/ 940106 h 5116686"/>
              <a:gd name="connsiteX1" fmla="*/ 404 w 13496039"/>
              <a:gd name="connsiteY1" fmla="*/ 1106386 h 5116686"/>
              <a:gd name="connsiteX2" fmla="*/ 20058 w 13496039"/>
              <a:gd name="connsiteY2" fmla="*/ 1293368 h 5116686"/>
              <a:gd name="connsiteX3" fmla="*/ 392163 w 13496039"/>
              <a:gd name="connsiteY3" fmla="*/ 1714343 h 5116686"/>
              <a:gd name="connsiteX4" fmla="*/ 769381 w 13496039"/>
              <a:gd name="connsiteY4" fmla="*/ 1726760 h 5116686"/>
              <a:gd name="connsiteX5" fmla="*/ 1231789 w 13496039"/>
              <a:gd name="connsiteY5" fmla="*/ 1262227 h 5116686"/>
              <a:gd name="connsiteX6" fmla="*/ 1357617 w 13496039"/>
              <a:gd name="connsiteY6" fmla="*/ 967411 h 5116686"/>
              <a:gd name="connsiteX7" fmla="*/ 1636629 w 13496039"/>
              <a:gd name="connsiteY7" fmla="*/ 735676 h 5116686"/>
              <a:gd name="connsiteX8" fmla="*/ 1973343 w 13496039"/>
              <a:gd name="connsiteY8" fmla="*/ 743312 h 5116686"/>
              <a:gd name="connsiteX9" fmla="*/ 2090007 w 13496039"/>
              <a:gd name="connsiteY9" fmla="*/ 1025046 h 5116686"/>
              <a:gd name="connsiteX10" fmla="*/ 1760066 w 13496039"/>
              <a:gd name="connsiteY10" fmla="*/ 1602393 h 5116686"/>
              <a:gd name="connsiteX11" fmla="*/ 1644730 w 13496039"/>
              <a:gd name="connsiteY11" fmla="*/ 2052318 h 5116686"/>
              <a:gd name="connsiteX12" fmla="*/ 1959067 w 13496039"/>
              <a:gd name="connsiteY12" fmla="*/ 2763992 h 5116686"/>
              <a:gd name="connsiteX13" fmla="*/ 2968211 w 13496039"/>
              <a:gd name="connsiteY13" fmla="*/ 2645734 h 5116686"/>
              <a:gd name="connsiteX14" fmla="*/ 3455520 w 13496039"/>
              <a:gd name="connsiteY14" fmla="*/ 2041694 h 5116686"/>
              <a:gd name="connsiteX15" fmla="*/ 3863945 w 13496039"/>
              <a:gd name="connsiteY15" fmla="*/ 1159506 h 5116686"/>
              <a:gd name="connsiteX16" fmla="*/ 4566655 w 13496039"/>
              <a:gd name="connsiteY16" fmla="*/ 391592 h 5116686"/>
              <a:gd name="connsiteX17" fmla="*/ 6624983 w 13496039"/>
              <a:gd name="connsiteY17" fmla="*/ 85754 h 5116686"/>
              <a:gd name="connsiteX18" fmla="*/ 7153194 w 13496039"/>
              <a:gd name="connsiteY18" fmla="*/ 370078 h 5116686"/>
              <a:gd name="connsiteX19" fmla="*/ 7659294 w 13496039"/>
              <a:gd name="connsiteY19" fmla="*/ 1308374 h 5116686"/>
              <a:gd name="connsiteX20" fmla="*/ 6722790 w 13496039"/>
              <a:gd name="connsiteY20" fmla="*/ 2747458 h 5116686"/>
              <a:gd name="connsiteX21" fmla="*/ 6118552 w 13496039"/>
              <a:gd name="connsiteY21" fmla="*/ 3360595 h 5116686"/>
              <a:gd name="connsiteX22" fmla="*/ 5918555 w 13496039"/>
              <a:gd name="connsiteY22" fmla="*/ 4206794 h 5116686"/>
              <a:gd name="connsiteX23" fmla="*/ 6748022 w 13496039"/>
              <a:gd name="connsiteY23" fmla="*/ 4947949 h 5116686"/>
              <a:gd name="connsiteX24" fmla="*/ 11105644 w 13496039"/>
              <a:gd name="connsiteY24" fmla="*/ 3188221 h 5116686"/>
              <a:gd name="connsiteX25" fmla="*/ 11331537 w 13496039"/>
              <a:gd name="connsiteY25" fmla="*/ 3017639 h 5116686"/>
              <a:gd name="connsiteX26" fmla="*/ 13496039 w 13496039"/>
              <a:gd name="connsiteY26" fmla="*/ 3162789 h 5116686"/>
              <a:gd name="connsiteX0" fmla="*/ 21792 w 13496039"/>
              <a:gd name="connsiteY0" fmla="*/ 940106 h 5116685"/>
              <a:gd name="connsiteX1" fmla="*/ 404 w 13496039"/>
              <a:gd name="connsiteY1" fmla="*/ 1106386 h 5116685"/>
              <a:gd name="connsiteX2" fmla="*/ 20058 w 13496039"/>
              <a:gd name="connsiteY2" fmla="*/ 1293368 h 5116685"/>
              <a:gd name="connsiteX3" fmla="*/ 392163 w 13496039"/>
              <a:gd name="connsiteY3" fmla="*/ 1714343 h 5116685"/>
              <a:gd name="connsiteX4" fmla="*/ 769381 w 13496039"/>
              <a:gd name="connsiteY4" fmla="*/ 1726760 h 5116685"/>
              <a:gd name="connsiteX5" fmla="*/ 1231789 w 13496039"/>
              <a:gd name="connsiteY5" fmla="*/ 1262227 h 5116685"/>
              <a:gd name="connsiteX6" fmla="*/ 1357617 w 13496039"/>
              <a:gd name="connsiteY6" fmla="*/ 967411 h 5116685"/>
              <a:gd name="connsiteX7" fmla="*/ 1636629 w 13496039"/>
              <a:gd name="connsiteY7" fmla="*/ 735676 h 5116685"/>
              <a:gd name="connsiteX8" fmla="*/ 1973343 w 13496039"/>
              <a:gd name="connsiteY8" fmla="*/ 743312 h 5116685"/>
              <a:gd name="connsiteX9" fmla="*/ 2090007 w 13496039"/>
              <a:gd name="connsiteY9" fmla="*/ 1025046 h 5116685"/>
              <a:gd name="connsiteX10" fmla="*/ 1760066 w 13496039"/>
              <a:gd name="connsiteY10" fmla="*/ 1602393 h 5116685"/>
              <a:gd name="connsiteX11" fmla="*/ 1644730 w 13496039"/>
              <a:gd name="connsiteY11" fmla="*/ 2052318 h 5116685"/>
              <a:gd name="connsiteX12" fmla="*/ 1959067 w 13496039"/>
              <a:gd name="connsiteY12" fmla="*/ 2763992 h 5116685"/>
              <a:gd name="connsiteX13" fmla="*/ 2968211 w 13496039"/>
              <a:gd name="connsiteY13" fmla="*/ 2645734 h 5116685"/>
              <a:gd name="connsiteX14" fmla="*/ 3455520 w 13496039"/>
              <a:gd name="connsiteY14" fmla="*/ 2041694 h 5116685"/>
              <a:gd name="connsiteX15" fmla="*/ 3863945 w 13496039"/>
              <a:gd name="connsiteY15" fmla="*/ 1159506 h 5116685"/>
              <a:gd name="connsiteX16" fmla="*/ 4566655 w 13496039"/>
              <a:gd name="connsiteY16" fmla="*/ 391592 h 5116685"/>
              <a:gd name="connsiteX17" fmla="*/ 6624983 w 13496039"/>
              <a:gd name="connsiteY17" fmla="*/ 85754 h 5116685"/>
              <a:gd name="connsiteX18" fmla="*/ 7153194 w 13496039"/>
              <a:gd name="connsiteY18" fmla="*/ 370078 h 5116685"/>
              <a:gd name="connsiteX19" fmla="*/ 7659294 w 13496039"/>
              <a:gd name="connsiteY19" fmla="*/ 1308374 h 5116685"/>
              <a:gd name="connsiteX20" fmla="*/ 6722790 w 13496039"/>
              <a:gd name="connsiteY20" fmla="*/ 2747458 h 5116685"/>
              <a:gd name="connsiteX21" fmla="*/ 6118552 w 13496039"/>
              <a:gd name="connsiteY21" fmla="*/ 3360595 h 5116685"/>
              <a:gd name="connsiteX22" fmla="*/ 5918555 w 13496039"/>
              <a:gd name="connsiteY22" fmla="*/ 4206794 h 5116685"/>
              <a:gd name="connsiteX23" fmla="*/ 6748022 w 13496039"/>
              <a:gd name="connsiteY23" fmla="*/ 4947949 h 5116685"/>
              <a:gd name="connsiteX24" fmla="*/ 11105644 w 13496039"/>
              <a:gd name="connsiteY24" fmla="*/ 3188221 h 5116685"/>
              <a:gd name="connsiteX25" fmla="*/ 11331537 w 13496039"/>
              <a:gd name="connsiteY25" fmla="*/ 3017639 h 5116685"/>
              <a:gd name="connsiteX26" fmla="*/ 13496039 w 13496039"/>
              <a:gd name="connsiteY26" fmla="*/ 3162789 h 5116685"/>
              <a:gd name="connsiteX0" fmla="*/ 21792 w 13496039"/>
              <a:gd name="connsiteY0" fmla="*/ 940106 h 5116685"/>
              <a:gd name="connsiteX1" fmla="*/ 404 w 13496039"/>
              <a:gd name="connsiteY1" fmla="*/ 1106386 h 5116685"/>
              <a:gd name="connsiteX2" fmla="*/ 20058 w 13496039"/>
              <a:gd name="connsiteY2" fmla="*/ 1293368 h 5116685"/>
              <a:gd name="connsiteX3" fmla="*/ 392163 w 13496039"/>
              <a:gd name="connsiteY3" fmla="*/ 1714343 h 5116685"/>
              <a:gd name="connsiteX4" fmla="*/ 769381 w 13496039"/>
              <a:gd name="connsiteY4" fmla="*/ 1726760 h 5116685"/>
              <a:gd name="connsiteX5" fmla="*/ 1231789 w 13496039"/>
              <a:gd name="connsiteY5" fmla="*/ 1262227 h 5116685"/>
              <a:gd name="connsiteX6" fmla="*/ 1357617 w 13496039"/>
              <a:gd name="connsiteY6" fmla="*/ 967411 h 5116685"/>
              <a:gd name="connsiteX7" fmla="*/ 1636629 w 13496039"/>
              <a:gd name="connsiteY7" fmla="*/ 735676 h 5116685"/>
              <a:gd name="connsiteX8" fmla="*/ 1973343 w 13496039"/>
              <a:gd name="connsiteY8" fmla="*/ 743312 h 5116685"/>
              <a:gd name="connsiteX9" fmla="*/ 2090007 w 13496039"/>
              <a:gd name="connsiteY9" fmla="*/ 1025046 h 5116685"/>
              <a:gd name="connsiteX10" fmla="*/ 1760066 w 13496039"/>
              <a:gd name="connsiteY10" fmla="*/ 1602393 h 5116685"/>
              <a:gd name="connsiteX11" fmla="*/ 1644730 w 13496039"/>
              <a:gd name="connsiteY11" fmla="*/ 2052318 h 5116685"/>
              <a:gd name="connsiteX12" fmla="*/ 1959067 w 13496039"/>
              <a:gd name="connsiteY12" fmla="*/ 2763992 h 5116685"/>
              <a:gd name="connsiteX13" fmla="*/ 2968211 w 13496039"/>
              <a:gd name="connsiteY13" fmla="*/ 2645734 h 5116685"/>
              <a:gd name="connsiteX14" fmla="*/ 3455520 w 13496039"/>
              <a:gd name="connsiteY14" fmla="*/ 2041694 h 5116685"/>
              <a:gd name="connsiteX15" fmla="*/ 3863945 w 13496039"/>
              <a:gd name="connsiteY15" fmla="*/ 1159506 h 5116685"/>
              <a:gd name="connsiteX16" fmla="*/ 4566655 w 13496039"/>
              <a:gd name="connsiteY16" fmla="*/ 391592 h 5116685"/>
              <a:gd name="connsiteX17" fmla="*/ 6624983 w 13496039"/>
              <a:gd name="connsiteY17" fmla="*/ 85754 h 5116685"/>
              <a:gd name="connsiteX18" fmla="*/ 7153194 w 13496039"/>
              <a:gd name="connsiteY18" fmla="*/ 370078 h 5116685"/>
              <a:gd name="connsiteX19" fmla="*/ 7659294 w 13496039"/>
              <a:gd name="connsiteY19" fmla="*/ 1308374 h 5116685"/>
              <a:gd name="connsiteX20" fmla="*/ 6722790 w 13496039"/>
              <a:gd name="connsiteY20" fmla="*/ 2747458 h 5116685"/>
              <a:gd name="connsiteX21" fmla="*/ 6118552 w 13496039"/>
              <a:gd name="connsiteY21" fmla="*/ 3360595 h 5116685"/>
              <a:gd name="connsiteX22" fmla="*/ 5918555 w 13496039"/>
              <a:gd name="connsiteY22" fmla="*/ 4206794 h 5116685"/>
              <a:gd name="connsiteX23" fmla="*/ 6748022 w 13496039"/>
              <a:gd name="connsiteY23" fmla="*/ 4947949 h 5116685"/>
              <a:gd name="connsiteX24" fmla="*/ 11105644 w 13496039"/>
              <a:gd name="connsiteY24" fmla="*/ 3188221 h 5116685"/>
              <a:gd name="connsiteX25" fmla="*/ 11331537 w 13496039"/>
              <a:gd name="connsiteY25" fmla="*/ 3017639 h 5116685"/>
              <a:gd name="connsiteX26" fmla="*/ 13496039 w 13496039"/>
              <a:gd name="connsiteY26" fmla="*/ 3162789 h 5116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3496039" h="5116685">
                <a:moveTo>
                  <a:pt x="21792" y="940106"/>
                </a:moveTo>
                <a:cubicBezTo>
                  <a:pt x="4329" y="986719"/>
                  <a:pt x="3791" y="1017477"/>
                  <a:pt x="404" y="1106386"/>
                </a:cubicBezTo>
                <a:cubicBezTo>
                  <a:pt x="-193" y="1121658"/>
                  <a:pt x="-2849" y="1205388"/>
                  <a:pt x="20058" y="1293368"/>
                </a:cubicBezTo>
                <a:cubicBezTo>
                  <a:pt x="58039" y="1438917"/>
                  <a:pt x="175766" y="1633202"/>
                  <a:pt x="392163" y="1714343"/>
                </a:cubicBezTo>
                <a:cubicBezTo>
                  <a:pt x="423305" y="1726029"/>
                  <a:pt x="583793" y="1783200"/>
                  <a:pt x="769381" y="1726760"/>
                </a:cubicBezTo>
                <a:cubicBezTo>
                  <a:pt x="1058950" y="1638647"/>
                  <a:pt x="1196730" y="1338653"/>
                  <a:pt x="1231789" y="1262227"/>
                </a:cubicBezTo>
                <a:cubicBezTo>
                  <a:pt x="1292346" y="1130290"/>
                  <a:pt x="1277738" y="1082217"/>
                  <a:pt x="1357617" y="967411"/>
                </a:cubicBezTo>
                <a:cubicBezTo>
                  <a:pt x="1399250" y="907585"/>
                  <a:pt x="1482648" y="791120"/>
                  <a:pt x="1636629" y="735676"/>
                </a:cubicBezTo>
                <a:cubicBezTo>
                  <a:pt x="1691077" y="716088"/>
                  <a:pt x="1853956" y="657390"/>
                  <a:pt x="1973343" y="743312"/>
                </a:cubicBezTo>
                <a:cubicBezTo>
                  <a:pt x="2091534" y="828370"/>
                  <a:pt x="2090538" y="1000080"/>
                  <a:pt x="2090007" y="1025046"/>
                </a:cubicBezTo>
                <a:cubicBezTo>
                  <a:pt x="2085492" y="1246158"/>
                  <a:pt x="1903556" y="1302199"/>
                  <a:pt x="1760066" y="1602393"/>
                </a:cubicBezTo>
                <a:cubicBezTo>
                  <a:pt x="1726136" y="1673441"/>
                  <a:pt x="1647452" y="1842096"/>
                  <a:pt x="1644730" y="2052318"/>
                </a:cubicBezTo>
                <a:cubicBezTo>
                  <a:pt x="1643999" y="2107895"/>
                  <a:pt x="1644597" y="2552243"/>
                  <a:pt x="1959067" y="2763992"/>
                </a:cubicBezTo>
                <a:cubicBezTo>
                  <a:pt x="2351623" y="3028263"/>
                  <a:pt x="2887801" y="2697393"/>
                  <a:pt x="2968211" y="2645734"/>
                </a:cubicBezTo>
                <a:cubicBezTo>
                  <a:pt x="3183081" y="2507622"/>
                  <a:pt x="3284607" y="2329339"/>
                  <a:pt x="3455520" y="2041694"/>
                </a:cubicBezTo>
                <a:cubicBezTo>
                  <a:pt x="3696950" y="1635394"/>
                  <a:pt x="3686990" y="1472249"/>
                  <a:pt x="3863945" y="1159506"/>
                </a:cubicBezTo>
                <a:cubicBezTo>
                  <a:pt x="3927822" y="1046560"/>
                  <a:pt x="4155441" y="667815"/>
                  <a:pt x="4566655" y="391592"/>
                </a:cubicBezTo>
                <a:cubicBezTo>
                  <a:pt x="5348712" y="-133764"/>
                  <a:pt x="6283887" y="-11057"/>
                  <a:pt x="6624983" y="85754"/>
                </a:cubicBezTo>
                <a:cubicBezTo>
                  <a:pt x="6932481" y="173003"/>
                  <a:pt x="7055388" y="273466"/>
                  <a:pt x="7153194" y="370078"/>
                </a:cubicBezTo>
                <a:cubicBezTo>
                  <a:pt x="7393031" y="607059"/>
                  <a:pt x="7654712" y="929231"/>
                  <a:pt x="7659294" y="1308374"/>
                </a:cubicBezTo>
                <a:cubicBezTo>
                  <a:pt x="7666531" y="1904711"/>
                  <a:pt x="7112756" y="2399191"/>
                  <a:pt x="6722790" y="2747458"/>
                </a:cubicBezTo>
                <a:cubicBezTo>
                  <a:pt x="6471334" y="2972023"/>
                  <a:pt x="6295906" y="3068834"/>
                  <a:pt x="6118552" y="3360595"/>
                </a:cubicBezTo>
                <a:cubicBezTo>
                  <a:pt x="6028049" y="3509463"/>
                  <a:pt x="5851425" y="3884755"/>
                  <a:pt x="5918555" y="4206794"/>
                </a:cubicBezTo>
                <a:cubicBezTo>
                  <a:pt x="6015632" y="4672456"/>
                  <a:pt x="6631291" y="4903063"/>
                  <a:pt x="6748022" y="4947949"/>
                </a:cubicBezTo>
                <a:cubicBezTo>
                  <a:pt x="8369706" y="5572108"/>
                  <a:pt x="9591248" y="4347679"/>
                  <a:pt x="11105644" y="3188221"/>
                </a:cubicBezTo>
                <a:cubicBezTo>
                  <a:pt x="11131830" y="3168172"/>
                  <a:pt x="10847080" y="3376948"/>
                  <a:pt x="11331537" y="3017639"/>
                </a:cubicBezTo>
                <a:cubicBezTo>
                  <a:pt x="12382330" y="2274372"/>
                  <a:pt x="12756278" y="2863326"/>
                  <a:pt x="13496039" y="3162789"/>
                </a:cubicBezTo>
              </a:path>
            </a:pathLst>
          </a:custGeom>
          <a:noFill/>
          <a:ln w="46479" cap="flat">
            <a:solidFill>
              <a:srgbClr val="FFE291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0E0D7E6-7CE4-2D4E-CABD-950B59C75E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34" t="49058" r="29466" b="40251"/>
          <a:stretch>
            <a:fillRect/>
          </a:stretch>
        </p:blipFill>
        <p:spPr>
          <a:xfrm>
            <a:off x="3670959" y="1712192"/>
            <a:ext cx="4850079" cy="210692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01CCC65-4F3C-FD4E-1750-88E26F7FA21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28" t="49615" r="28927" b="38312"/>
          <a:stretch>
            <a:fillRect/>
          </a:stretch>
        </p:blipFill>
        <p:spPr>
          <a:xfrm>
            <a:off x="4900238" y="3728607"/>
            <a:ext cx="2391519" cy="1164926"/>
          </a:xfrm>
          <a:prstGeom prst="rect">
            <a:avLst/>
          </a:prstGeom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7ABBEBC-07E0-A7D7-F084-9A5C5AFDFA48}"/>
              </a:ext>
            </a:extLst>
          </p:cNvPr>
          <p:cNvCxnSpPr/>
          <p:nvPr/>
        </p:nvCxnSpPr>
        <p:spPr>
          <a:xfrm>
            <a:off x="1574450" y="2177143"/>
            <a:ext cx="7340081" cy="0"/>
          </a:xfrm>
          <a:prstGeom prst="line">
            <a:avLst/>
          </a:prstGeom>
          <a:ln w="9525" cap="flat" cmpd="sng" algn="ctr">
            <a:solidFill>
              <a:srgbClr val="CE854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9400F10-2C98-996F-DA75-479EE0FA8B10}"/>
              </a:ext>
            </a:extLst>
          </p:cNvPr>
          <p:cNvCxnSpPr>
            <a:cxnSpLocks/>
          </p:cNvCxnSpPr>
          <p:nvPr/>
        </p:nvCxnSpPr>
        <p:spPr>
          <a:xfrm>
            <a:off x="4994150" y="673751"/>
            <a:ext cx="0" cy="3145369"/>
          </a:xfrm>
          <a:prstGeom prst="line">
            <a:avLst/>
          </a:prstGeom>
          <a:ln w="9525" cap="flat" cmpd="sng" algn="ctr">
            <a:solidFill>
              <a:srgbClr val="CE854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317BEC7-FFFD-434B-48EF-6EA6E6991A60}"/>
              </a:ext>
            </a:extLst>
          </p:cNvPr>
          <p:cNvCxnSpPr>
            <a:cxnSpLocks/>
          </p:cNvCxnSpPr>
          <p:nvPr/>
        </p:nvCxnSpPr>
        <p:spPr>
          <a:xfrm flipV="1">
            <a:off x="6941149" y="1094792"/>
            <a:ext cx="0" cy="2724328"/>
          </a:xfrm>
          <a:prstGeom prst="line">
            <a:avLst/>
          </a:prstGeom>
          <a:ln w="9525" cap="flat" cmpd="sng" algn="ctr">
            <a:solidFill>
              <a:srgbClr val="CE854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5E85086-D2BB-689F-1687-4D15583677E9}"/>
              </a:ext>
            </a:extLst>
          </p:cNvPr>
          <p:cNvCxnSpPr>
            <a:cxnSpLocks/>
          </p:cNvCxnSpPr>
          <p:nvPr/>
        </p:nvCxnSpPr>
        <p:spPr>
          <a:xfrm>
            <a:off x="7940351" y="2012249"/>
            <a:ext cx="0" cy="2243219"/>
          </a:xfrm>
          <a:prstGeom prst="line">
            <a:avLst/>
          </a:prstGeom>
          <a:ln w="9525" cap="flat" cmpd="sng" algn="ctr">
            <a:solidFill>
              <a:srgbClr val="CE854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016FD037-08B2-CD41-FCB4-BEBAC9B92EAD}"/>
              </a:ext>
            </a:extLst>
          </p:cNvPr>
          <p:cNvCxnSpPr>
            <a:cxnSpLocks/>
          </p:cNvCxnSpPr>
          <p:nvPr/>
        </p:nvCxnSpPr>
        <p:spPr>
          <a:xfrm>
            <a:off x="5943106" y="1565018"/>
            <a:ext cx="0" cy="2637668"/>
          </a:xfrm>
          <a:prstGeom prst="line">
            <a:avLst/>
          </a:prstGeom>
          <a:ln w="9525" cap="flat" cmpd="sng" algn="ctr">
            <a:solidFill>
              <a:srgbClr val="CE854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231B0CAA-FB69-AEFF-16EB-58912B92DC44}"/>
              </a:ext>
            </a:extLst>
          </p:cNvPr>
          <p:cNvCxnSpPr/>
          <p:nvPr/>
        </p:nvCxnSpPr>
        <p:spPr>
          <a:xfrm>
            <a:off x="2844163" y="3719276"/>
            <a:ext cx="7340081" cy="0"/>
          </a:xfrm>
          <a:prstGeom prst="line">
            <a:avLst/>
          </a:prstGeom>
          <a:ln w="9525" cap="flat" cmpd="sng" algn="ctr">
            <a:solidFill>
              <a:srgbClr val="CE854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直接连接符 22"/>
          <p:cNvCxnSpPr>
            <a:cxnSpLocks/>
            <a:stCxn id="15" idx="3"/>
          </p:cNvCxnSpPr>
          <p:nvPr>
            <p:custDataLst>
              <p:tags r:id="rId1"/>
            </p:custDataLst>
          </p:nvPr>
        </p:nvCxnSpPr>
        <p:spPr>
          <a:xfrm flipH="1" flipV="1">
            <a:off x="8521700" y="3441700"/>
            <a:ext cx="3669665" cy="6668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>
            <p:custDataLst>
              <p:tags r:id="rId2"/>
            </p:custDataLst>
          </p:nvPr>
        </p:nvCxnSpPr>
        <p:spPr>
          <a:xfrm>
            <a:off x="8511540" y="0"/>
            <a:ext cx="0" cy="687768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8808720" y="1122680"/>
            <a:ext cx="3560445" cy="11874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800" dirty="0">
                <a:solidFill>
                  <a:srgbClr val="FFE291"/>
                </a:solidFill>
                <a:latin typeface="Bebas" pitchFamily="2" charset="0"/>
                <a:ea typeface="MiSans Normal" pitchFamily="2" charset="-122"/>
                <a:cs typeface="G8321 Bold" panose="00000805000000000000" charset="0"/>
              </a:rPr>
              <a:t>MIND</a:t>
            </a:r>
          </a:p>
          <a:p>
            <a:r>
              <a:rPr lang="en-US" altLang="zh-CN" sz="4800" dirty="0">
                <a:solidFill>
                  <a:srgbClr val="FFE291"/>
                </a:solidFill>
                <a:latin typeface="Bebas" pitchFamily="2" charset="0"/>
                <a:ea typeface="MiSans Normal" pitchFamily="2" charset="-122"/>
                <a:cs typeface="G8321 Bold" panose="00000805000000000000" charset="0"/>
              </a:rPr>
              <a:t>IDENTITY</a:t>
            </a: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8589645" y="1242634"/>
            <a:ext cx="3712210" cy="2266253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dist"/>
            <a:r>
              <a:rPr lang="en-US" altLang="zh-CN" sz="8000" dirty="0">
                <a:solidFill>
                  <a:srgbClr val="FFC000"/>
                </a:solidFill>
                <a:latin typeface="Estrada Signature" panose="02000600000000000000" pitchFamily="2" charset="0"/>
                <a:ea typeface="MiSans Normal" pitchFamily="2" charset="-122"/>
                <a:cs typeface="Signatura Monoline Script" panose="02000506000000020004" charset="0"/>
              </a:rPr>
              <a:t>MIND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 rot="1800000">
            <a:off x="9440142" y="3904554"/>
            <a:ext cx="1750060" cy="3373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5400" b="1" dirty="0">
                <a:latin typeface="MiSans Semibold" pitchFamily="2" charset="-122"/>
                <a:ea typeface="MiSans Semibold" pitchFamily="2" charset="-122"/>
                <a:cs typeface="思源黑体 Medium" panose="020B0600000000000000" charset="-122"/>
              </a:rPr>
              <a:t>问题</a:t>
            </a:r>
            <a:endParaRPr lang="en-US" altLang="zh-CN" sz="5400" b="1" dirty="0">
              <a:latin typeface="MiSans Semibold" pitchFamily="2" charset="-122"/>
              <a:ea typeface="MiSans Semibold" pitchFamily="2" charset="-122"/>
              <a:cs typeface="思源黑体 Medium" panose="020B0600000000000000" charset="-122"/>
            </a:endParaRPr>
          </a:p>
          <a:p>
            <a:pPr algn="l"/>
            <a:endParaRPr lang="en-US" altLang="zh-CN" sz="5400" b="1" dirty="0">
              <a:latin typeface="MiSans Semibold" pitchFamily="2" charset="-122"/>
              <a:ea typeface="MiSans Semibold" pitchFamily="2" charset="-122"/>
              <a:cs typeface="思源黑体 Medium" panose="020B0600000000000000" charset="-122"/>
            </a:endParaRPr>
          </a:p>
          <a:p>
            <a:pPr algn="l"/>
            <a:r>
              <a:rPr lang="zh-CN" altLang="en-US" sz="5400" b="1" dirty="0">
                <a:latin typeface="MiSans Semibold" pitchFamily="2" charset="-122"/>
                <a:ea typeface="MiSans Semibold" pitchFamily="2" charset="-122"/>
                <a:cs typeface="思源黑体 Medium" panose="020B0600000000000000" charset="-122"/>
              </a:rPr>
              <a:t>洞察</a:t>
            </a:r>
          </a:p>
        </p:txBody>
      </p:sp>
      <p:sp>
        <p:nvSpPr>
          <p:cNvPr id="17" name="文本框 16"/>
          <p:cNvSpPr txBox="1"/>
          <p:nvPr>
            <p:custDataLst>
              <p:tags r:id="rId6"/>
            </p:custDataLst>
          </p:nvPr>
        </p:nvSpPr>
        <p:spPr>
          <a:xfrm>
            <a:off x="839470" y="2436178"/>
            <a:ext cx="5764527" cy="31957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  早在</a:t>
            </a:r>
            <a:r>
              <a:rPr lang="en-US" altLang="zh-CN" sz="11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2021</a:t>
            </a:r>
            <a:r>
              <a:rPr lang="zh-CN" altLang="en-US" sz="11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年，中国统计年鉴数据就显示，</a:t>
            </a:r>
            <a:r>
              <a:rPr lang="en-US" altLang="zh-CN" sz="11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2020</a:t>
            </a:r>
            <a:r>
              <a:rPr lang="zh-CN" altLang="en-US" sz="11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年全国共有家庭户近</a:t>
            </a:r>
            <a:r>
              <a:rPr lang="en-US" altLang="zh-CN" sz="11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5</a:t>
            </a:r>
            <a:r>
              <a:rPr lang="zh-CN" altLang="en-US" sz="11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亿户，其中“一人户”家庭超过</a:t>
            </a:r>
            <a:r>
              <a:rPr lang="en-US" altLang="zh-CN" sz="11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1.25</a:t>
            </a:r>
            <a:r>
              <a:rPr lang="zh-CN" altLang="en-US" sz="11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亿户，占全国户口总数的</a:t>
            </a:r>
            <a:r>
              <a:rPr lang="en-US" altLang="zh-CN" sz="11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25%</a:t>
            </a:r>
            <a:r>
              <a:rPr lang="zh-CN" altLang="en-US" sz="11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，在过亿的“一人户”中，除去人口老龄化的原因之外，另一个重要的因素是选择独居的中青年越来越多。这就导致了独居青年缺乏日常互动场景，也意味着城市化进程中熟人社会解体，政治理论家沃尔泽认为“正是现代化的转变带来了“孤独的自我”。其中最为突出的要素就是高度的“流动性”。附近的人可能在物理意义上存在，但是在关系层面是消失的。越来越多的人选择背井离乡前往拥有更多机遇的大城市进行打拼，而这些聚集起来的人却很难建立起深度的关系，人与人之间的羁绊越发浅薄。</a:t>
            </a:r>
            <a:endParaRPr lang="en-US" altLang="zh-CN" sz="11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  此外，独生子女政策遗留效应，家庭过度保护限制社交技能发展，还有</a:t>
            </a:r>
            <a:r>
              <a:rPr lang="en-US" altLang="zh-CN" sz="11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996</a:t>
            </a:r>
            <a:r>
              <a:rPr lang="zh-CN" altLang="en-US" sz="11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工作制下，个人的空闲时间被压缩，挤压线下社交。（</a:t>
            </a:r>
            <a:r>
              <a:rPr lang="en-US" altLang="zh-CN" sz="11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DT</a:t>
            </a:r>
            <a:r>
              <a:rPr lang="zh-CN" altLang="en-US" sz="11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财经发布的</a:t>
            </a:r>
            <a:r>
              <a:rPr lang="en-US" altLang="zh-CN" sz="11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《2023</a:t>
            </a:r>
            <a:r>
              <a:rPr lang="zh-CN" altLang="en-US" sz="11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年轻人加班报告</a:t>
            </a:r>
            <a:r>
              <a:rPr lang="en-US" altLang="zh-CN" sz="11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》</a:t>
            </a:r>
            <a:r>
              <a:rPr lang="zh-CN" altLang="en-US" sz="11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正文：</a:t>
            </a:r>
            <a:r>
              <a:rPr lang="en-US" altLang="zh-CN" sz="11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95.7%</a:t>
            </a:r>
            <a:r>
              <a:rPr lang="zh-CN" altLang="en-US" sz="11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的人都加过班，对大多数参与本次调研的打工人来说，准时下班不是一件易事。调研数据显示，</a:t>
            </a:r>
            <a:r>
              <a:rPr lang="en-US" altLang="zh-CN" sz="11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95.7%</a:t>
            </a:r>
            <a:r>
              <a:rPr lang="zh-CN" altLang="en-US" sz="11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的人在最近</a:t>
            </a:r>
            <a:r>
              <a:rPr lang="en-US" altLang="zh-CN" sz="11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/</a:t>
            </a:r>
            <a:r>
              <a:rPr lang="zh-CN" altLang="en-US" sz="11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现在这份工作中加过班，只有</a:t>
            </a:r>
            <a:r>
              <a:rPr lang="en-US" altLang="zh-CN" sz="11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4.3%</a:t>
            </a:r>
            <a:r>
              <a:rPr lang="zh-CN" altLang="en-US" sz="11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的人没加过班。有人加班的日子还不讨巧，超</a:t>
            </a:r>
            <a:r>
              <a:rPr lang="en-US" altLang="zh-CN" sz="11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6</a:t>
            </a:r>
            <a:r>
              <a:rPr lang="zh-CN" altLang="en-US" sz="11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成人在周末加班，超</a:t>
            </a:r>
            <a:r>
              <a:rPr lang="en-US" altLang="zh-CN" sz="11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4</a:t>
            </a:r>
            <a:r>
              <a:rPr lang="zh-CN" altLang="en-US" sz="11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成人在节假日加班。）</a:t>
            </a:r>
          </a:p>
        </p:txBody>
      </p:sp>
      <p:sp>
        <p:nvSpPr>
          <p:cNvPr id="18" name="文本框 17"/>
          <p:cNvSpPr txBox="1"/>
          <p:nvPr>
            <p:custDataLst>
              <p:tags r:id="rId7"/>
            </p:custDataLst>
          </p:nvPr>
        </p:nvSpPr>
        <p:spPr>
          <a:xfrm>
            <a:off x="839470" y="1523683"/>
            <a:ext cx="1120775" cy="311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1200" b="1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G8321 Medium" panose="00000605000000000000" charset="0"/>
              </a:rPr>
              <a:t>居住方式变革</a:t>
            </a:r>
          </a:p>
        </p:txBody>
      </p:sp>
      <p:sp>
        <p:nvSpPr>
          <p:cNvPr id="20" name="文本框 19"/>
          <p:cNvSpPr txBox="1"/>
          <p:nvPr>
            <p:custDataLst>
              <p:tags r:id="rId8"/>
            </p:custDataLst>
          </p:nvPr>
        </p:nvSpPr>
        <p:spPr>
          <a:xfrm>
            <a:off x="2867025" y="1523683"/>
            <a:ext cx="1101090" cy="311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1200" b="1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G8321 Medium" panose="00000605000000000000" charset="0"/>
              </a:rPr>
              <a:t>代际特征变化</a:t>
            </a:r>
          </a:p>
        </p:txBody>
      </p:sp>
      <p:sp>
        <p:nvSpPr>
          <p:cNvPr id="21" name="文本框 20"/>
          <p:cNvSpPr txBox="1"/>
          <p:nvPr>
            <p:custDataLst>
              <p:tags r:id="rId9"/>
            </p:custDataLst>
          </p:nvPr>
        </p:nvSpPr>
        <p:spPr>
          <a:xfrm>
            <a:off x="839470" y="1193483"/>
            <a:ext cx="2410460" cy="3308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latin typeface="Bebas" pitchFamily="2" charset="0"/>
                <a:ea typeface="MiSans Normal" pitchFamily="2" charset="-122"/>
                <a:cs typeface="G8321 SemiBold" panose="00000705000000000000" charset="0"/>
              </a:rPr>
              <a:t>社会结构变迁</a:t>
            </a:r>
            <a:endParaRPr lang="en-US" altLang="zh-CN" sz="1400" dirty="0">
              <a:solidFill>
                <a:schemeClr val="tx1"/>
              </a:solidFill>
              <a:latin typeface="Bebas" pitchFamily="2" charset="0"/>
              <a:ea typeface="MiSans Normal" pitchFamily="2" charset="-122"/>
              <a:cs typeface="G8321 SemiBold" panose="00000705000000000000" charset="0"/>
            </a:endParaRPr>
          </a:p>
        </p:txBody>
      </p:sp>
      <p:cxnSp>
        <p:nvCxnSpPr>
          <p:cNvPr id="29" name="直接连接符 28"/>
          <p:cNvCxnSpPr/>
          <p:nvPr/>
        </p:nvCxnSpPr>
        <p:spPr>
          <a:xfrm flipH="1">
            <a:off x="11891010" y="6290310"/>
            <a:ext cx="329565" cy="57277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>
            <p:custDataLst>
              <p:tags r:id="rId10"/>
            </p:custDataLst>
          </p:nvPr>
        </p:nvCxnSpPr>
        <p:spPr>
          <a:xfrm flipH="1">
            <a:off x="11699875" y="5978525"/>
            <a:ext cx="504190" cy="87439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>
            <p:custDataLst>
              <p:tags r:id="rId11"/>
            </p:custDataLst>
          </p:nvPr>
        </p:nvCxnSpPr>
        <p:spPr>
          <a:xfrm flipH="1">
            <a:off x="11468100" y="5571490"/>
            <a:ext cx="744855" cy="129095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>
            <p:custDataLst>
              <p:tags r:id="rId12"/>
            </p:custDataLst>
          </p:nvPr>
        </p:nvCxnSpPr>
        <p:spPr>
          <a:xfrm flipH="1">
            <a:off x="11272520" y="5248275"/>
            <a:ext cx="931545" cy="161480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>
            <p:custDataLst>
              <p:tags r:id="rId13"/>
            </p:custDataLst>
          </p:nvPr>
        </p:nvCxnSpPr>
        <p:spPr>
          <a:xfrm flipH="1">
            <a:off x="11053445" y="4860290"/>
            <a:ext cx="1155700" cy="200279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>
            <p:custDataLst>
              <p:tags r:id="rId14"/>
            </p:custDataLst>
          </p:nvPr>
        </p:nvCxnSpPr>
        <p:spPr>
          <a:xfrm flipH="1">
            <a:off x="10845165" y="4511040"/>
            <a:ext cx="1357630" cy="235204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>
            <p:custDataLst>
              <p:tags r:id="rId15"/>
            </p:custDataLst>
          </p:nvPr>
        </p:nvCxnSpPr>
        <p:spPr>
          <a:xfrm flipH="1">
            <a:off x="10640060" y="4149090"/>
            <a:ext cx="1569085" cy="271780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>
            <p:custDataLst>
              <p:tags r:id="rId16"/>
            </p:custDataLst>
          </p:nvPr>
        </p:nvCxnSpPr>
        <p:spPr>
          <a:xfrm flipH="1">
            <a:off x="10429240" y="3780790"/>
            <a:ext cx="1783715" cy="308864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>
            <p:custDataLst>
              <p:tags r:id="rId17"/>
            </p:custDataLst>
          </p:nvPr>
        </p:nvCxnSpPr>
        <p:spPr>
          <a:xfrm flipH="1">
            <a:off x="8511540" y="3422015"/>
            <a:ext cx="329565" cy="57277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>
            <p:custDataLst>
              <p:tags r:id="rId18"/>
            </p:custDataLst>
          </p:nvPr>
        </p:nvCxnSpPr>
        <p:spPr>
          <a:xfrm flipH="1">
            <a:off x="8522335" y="3434715"/>
            <a:ext cx="504190" cy="87439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>
            <p:custDataLst>
              <p:tags r:id="rId19"/>
            </p:custDataLst>
          </p:nvPr>
        </p:nvCxnSpPr>
        <p:spPr>
          <a:xfrm flipH="1">
            <a:off x="8504555" y="3417570"/>
            <a:ext cx="744855" cy="129095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>
            <p:custDataLst>
              <p:tags r:id="rId20"/>
            </p:custDataLst>
          </p:nvPr>
        </p:nvCxnSpPr>
        <p:spPr>
          <a:xfrm flipH="1">
            <a:off x="8515350" y="3429000"/>
            <a:ext cx="931545" cy="161480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>
            <p:custDataLst>
              <p:tags r:id="rId21"/>
            </p:custDataLst>
          </p:nvPr>
        </p:nvCxnSpPr>
        <p:spPr>
          <a:xfrm flipH="1">
            <a:off x="8500110" y="3430270"/>
            <a:ext cx="1155700" cy="200279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>
            <p:custDataLst>
              <p:tags r:id="rId22"/>
            </p:custDataLst>
          </p:nvPr>
        </p:nvCxnSpPr>
        <p:spPr>
          <a:xfrm flipH="1">
            <a:off x="8515350" y="3426460"/>
            <a:ext cx="1357630" cy="235204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>
            <p:custDataLst>
              <p:tags r:id="rId23"/>
            </p:custDataLst>
          </p:nvPr>
        </p:nvCxnSpPr>
        <p:spPr>
          <a:xfrm flipH="1">
            <a:off x="8507095" y="3426460"/>
            <a:ext cx="1569085" cy="271780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>
            <p:custDataLst>
              <p:tags r:id="rId24"/>
            </p:custDataLst>
          </p:nvPr>
        </p:nvCxnSpPr>
        <p:spPr>
          <a:xfrm flipH="1">
            <a:off x="8511540" y="3426460"/>
            <a:ext cx="1783715" cy="308864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25"/>
            </p:custDataLst>
          </p:nvPr>
        </p:nvCxnSpPr>
        <p:spPr>
          <a:xfrm flipH="1">
            <a:off x="8517890" y="3434715"/>
            <a:ext cx="1971675" cy="341312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26"/>
            </p:custDataLst>
          </p:nvPr>
        </p:nvCxnSpPr>
        <p:spPr>
          <a:xfrm flipH="1">
            <a:off x="10231120" y="3449955"/>
            <a:ext cx="1971675" cy="341312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>
            <p:custDataLst>
              <p:tags r:id="rId27"/>
            </p:custDataLst>
          </p:nvPr>
        </p:nvCxnSpPr>
        <p:spPr>
          <a:xfrm flipH="1">
            <a:off x="8684895" y="3434715"/>
            <a:ext cx="1989455" cy="344233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任意多边形 43"/>
          <p:cNvSpPr/>
          <p:nvPr/>
        </p:nvSpPr>
        <p:spPr>
          <a:xfrm>
            <a:off x="908050" y="1133793"/>
            <a:ext cx="1689735" cy="363220"/>
          </a:xfrm>
          <a:custGeom>
            <a:avLst/>
            <a:gdLst>
              <a:gd name="connisteX0" fmla="*/ 0 w 1689735"/>
              <a:gd name="connsiteY0" fmla="*/ 91771 h 363091"/>
              <a:gd name="connisteX1" fmla="*/ 316865 w 1689735"/>
              <a:gd name="connsiteY1" fmla="*/ 13031 h 363091"/>
              <a:gd name="connisteX2" fmla="*/ 440055 w 1689735"/>
              <a:gd name="connsiteY2" fmla="*/ 338786 h 363091"/>
              <a:gd name="connisteX3" fmla="*/ 114300 w 1689735"/>
              <a:gd name="connsiteY3" fmla="*/ 321006 h 363091"/>
              <a:gd name="connisteX4" fmla="*/ 1689735 w 1689735"/>
              <a:gd name="connsiteY4" fmla="*/ 312116 h 363091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689735" h="363091">
                <a:moveTo>
                  <a:pt x="0" y="91771"/>
                </a:moveTo>
                <a:cubicBezTo>
                  <a:pt x="60960" y="69546"/>
                  <a:pt x="228600" y="-36499"/>
                  <a:pt x="316865" y="13031"/>
                </a:cubicBezTo>
                <a:cubicBezTo>
                  <a:pt x="405130" y="62561"/>
                  <a:pt x="480695" y="277191"/>
                  <a:pt x="440055" y="338786"/>
                </a:cubicBezTo>
                <a:cubicBezTo>
                  <a:pt x="399415" y="400381"/>
                  <a:pt x="-135890" y="326086"/>
                  <a:pt x="114300" y="321006"/>
                </a:cubicBezTo>
                <a:cubicBezTo>
                  <a:pt x="364490" y="315926"/>
                  <a:pt x="1368425" y="313386"/>
                  <a:pt x="1689735" y="312116"/>
                </a:cubicBezTo>
              </a:path>
            </a:pathLst>
          </a:custGeom>
          <a:noFill/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>
          <a:xfrm>
            <a:off x="10845165" y="6356350"/>
            <a:ext cx="508635" cy="365125"/>
          </a:xfrm>
        </p:spPr>
        <p:txBody>
          <a:bodyPr/>
          <a:lstStyle/>
          <a:p>
            <a:pPr algn="r">
              <a:buClrTx/>
              <a:buSzTx/>
              <a:buFontTx/>
            </a:pPr>
            <a:r>
              <a:rPr lang="en-US" altLang="zh-CN">
                <a:latin typeface="Bebas" pitchFamily="2" charset="0"/>
                <a:cs typeface="G8321 Medium" panose="00000605000000000000" charset="0"/>
              </a:rPr>
              <a:t>0</a:t>
            </a:r>
            <a:fld id="{9A0DB2DC-4C9A-4742-B13C-FB6460FD3503}" type="slidenum">
              <a:rPr lang="en-US" altLang="zh-CN" smtClean="0">
                <a:latin typeface="Bebas" pitchFamily="2" charset="0"/>
                <a:cs typeface="G8321 Medium" panose="00000605000000000000" charset="0"/>
              </a:rPr>
              <a:t>3</a:t>
            </a:fld>
            <a:endParaRPr lang="en-US" altLang="zh-CN">
              <a:latin typeface="Bebas" pitchFamily="2" charset="0"/>
              <a:cs typeface="G8321 Medium" panose="00000605000000000000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0" y="19685"/>
            <a:ext cx="12191365" cy="6857365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562B75A-71C9-A491-C280-492F5A30687A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1816877" y="180023"/>
            <a:ext cx="4371056" cy="7423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45000"/>
              </a:lnSpc>
            </a:pPr>
            <a:r>
              <a:rPr lang="zh-CN" altLang="en-US" sz="1000" dirty="0">
                <a:latin typeface="MiSans Normal" pitchFamily="2" charset="-122"/>
                <a:ea typeface="MiSans Normal" pitchFamily="2" charset="-122"/>
                <a:cs typeface="思源黑体 Light" panose="020B0300000000000000" charset="-122"/>
                <a:sym typeface="+mn-ea"/>
              </a:rPr>
              <a:t>「 心理学上讲，孤独是一种令人不愉快的负性情绪体验，是一种主观自觉与他人或社会隔离与疏远的感觉和体验，而非客观状态。」</a:t>
            </a:r>
            <a:endParaRPr lang="zh-CN" altLang="en-US" sz="1000" dirty="0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>
              <a:lnSpc>
                <a:spcPct val="145000"/>
              </a:lnSpc>
            </a:pPr>
            <a:endParaRPr lang="zh-CN" altLang="en-US" sz="1000" dirty="0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45CB75E4-D83D-88F2-4CF8-AFA1CE145478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4874895" y="1523683"/>
            <a:ext cx="1101086" cy="311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1200" b="1" dirty="0">
                <a:latin typeface="MiSans Normal" pitchFamily="2" charset="-122"/>
                <a:ea typeface="MiSans Normal" pitchFamily="2" charset="-122"/>
                <a:cs typeface="G8321 Medium" panose="00000605000000000000" charset="0"/>
              </a:rPr>
              <a:t>工作学习压力</a:t>
            </a:r>
            <a:endParaRPr lang="zh-CN" altLang="en-US" sz="1200" b="1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G8321 Medium" panose="00000605000000000000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6AB23A5-4434-E913-B34F-FFDC11C967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6692" y="3482089"/>
            <a:ext cx="3662839" cy="3353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2312C6-636D-58DB-4DF4-361192C1C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96DC1509-97A0-CD64-97B7-F606A950FAC8}"/>
              </a:ext>
            </a:extLst>
          </p:cNvPr>
          <p:cNvCxnSpPr>
            <a:cxnSpLocks/>
            <a:stCxn id="15" idx="3"/>
          </p:cNvCxnSpPr>
          <p:nvPr>
            <p:custDataLst>
              <p:tags r:id="rId1"/>
            </p:custDataLst>
          </p:nvPr>
        </p:nvCxnSpPr>
        <p:spPr>
          <a:xfrm flipH="1" flipV="1">
            <a:off x="8521700" y="3441700"/>
            <a:ext cx="3669665" cy="6668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CFF7949C-9E2D-FA1B-BE8C-CF3F65FF9FE1}"/>
              </a:ext>
            </a:extLst>
          </p:cNvPr>
          <p:cNvCxnSpPr/>
          <p:nvPr>
            <p:custDataLst>
              <p:tags r:id="rId2"/>
            </p:custDataLst>
          </p:nvPr>
        </p:nvCxnSpPr>
        <p:spPr>
          <a:xfrm>
            <a:off x="8511540" y="0"/>
            <a:ext cx="0" cy="687768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3619C92A-BDEE-6EDF-6B44-99A9CD7D960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8808720" y="1122680"/>
            <a:ext cx="3560445" cy="11874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800" dirty="0">
                <a:solidFill>
                  <a:srgbClr val="FFE291"/>
                </a:solidFill>
                <a:latin typeface="Bebas" pitchFamily="2" charset="0"/>
                <a:ea typeface="MiSans Normal" pitchFamily="2" charset="-122"/>
                <a:cs typeface="G8321 Bold" panose="00000805000000000000" charset="0"/>
              </a:rPr>
              <a:t>MIND</a:t>
            </a:r>
          </a:p>
          <a:p>
            <a:r>
              <a:rPr lang="en-US" altLang="zh-CN" sz="4800" dirty="0">
                <a:solidFill>
                  <a:srgbClr val="FFE291"/>
                </a:solidFill>
                <a:latin typeface="Bebas" pitchFamily="2" charset="0"/>
                <a:ea typeface="MiSans Normal" pitchFamily="2" charset="-122"/>
                <a:cs typeface="G8321 Bold" panose="00000805000000000000" charset="0"/>
              </a:rPr>
              <a:t>IDENTITY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940231A-66A5-A74D-8A35-92ED6CAC257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8589645" y="1242634"/>
            <a:ext cx="3712210" cy="2266253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dist"/>
            <a:r>
              <a:rPr lang="en-US" altLang="zh-CN" sz="8000" dirty="0">
                <a:solidFill>
                  <a:srgbClr val="FFC000"/>
                </a:solidFill>
                <a:latin typeface="Estrada Signature" panose="02000600000000000000" pitchFamily="2" charset="0"/>
                <a:ea typeface="MiSans Normal" pitchFamily="2" charset="-122"/>
                <a:cs typeface="Signatura Monoline Script" panose="02000506000000020004" charset="0"/>
              </a:rPr>
              <a:t>MIND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F4A842F-882E-F626-9D85-5D7A40189437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 rot="1800000">
            <a:off x="9440142" y="3904554"/>
            <a:ext cx="1750060" cy="3373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5400" b="1" dirty="0">
                <a:latin typeface="MiSans Semibold" pitchFamily="2" charset="-122"/>
                <a:ea typeface="MiSans Semibold" pitchFamily="2" charset="-122"/>
                <a:cs typeface="思源黑体 Medium" panose="020B0600000000000000" charset="-122"/>
              </a:rPr>
              <a:t>问题</a:t>
            </a:r>
            <a:endParaRPr lang="en-US" altLang="zh-CN" sz="5400" b="1" dirty="0">
              <a:latin typeface="MiSans Semibold" pitchFamily="2" charset="-122"/>
              <a:ea typeface="MiSans Semibold" pitchFamily="2" charset="-122"/>
              <a:cs typeface="思源黑体 Medium" panose="020B0600000000000000" charset="-122"/>
            </a:endParaRPr>
          </a:p>
          <a:p>
            <a:pPr algn="l"/>
            <a:endParaRPr lang="en-US" altLang="zh-CN" sz="5400" b="1" dirty="0">
              <a:latin typeface="MiSans Semibold" pitchFamily="2" charset="-122"/>
              <a:ea typeface="MiSans Semibold" pitchFamily="2" charset="-122"/>
              <a:cs typeface="思源黑体 Medium" panose="020B0600000000000000" charset="-122"/>
            </a:endParaRPr>
          </a:p>
          <a:p>
            <a:pPr algn="l"/>
            <a:r>
              <a:rPr lang="zh-CN" altLang="en-US" sz="5400" b="1" dirty="0">
                <a:latin typeface="MiSans Semibold" pitchFamily="2" charset="-122"/>
                <a:ea typeface="MiSans Semibold" pitchFamily="2" charset="-122"/>
                <a:cs typeface="思源黑体 Medium" panose="020B0600000000000000" charset="-122"/>
              </a:rPr>
              <a:t>洞察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E2E6A11-53AB-932A-0BA8-E18D2F1E7263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800740" y="2375760"/>
            <a:ext cx="5764527" cy="31957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  社交博客创业公司妮娜</a:t>
            </a:r>
            <a:r>
              <a:rPr lang="en-US" altLang="zh-CN" sz="11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·</a:t>
            </a:r>
            <a:r>
              <a:rPr lang="zh-CN" altLang="en-US" sz="11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科斯拉提出的社交网络悖论，内容是说社交网络规模越来越大，用户好友越来越多，但用户间的交流愈加减少、社交能力变低。</a:t>
            </a:r>
            <a:endParaRPr lang="en-US" altLang="zh-CN" sz="11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100" dirty="0"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  </a:t>
            </a:r>
            <a:r>
              <a:rPr lang="zh-CN" altLang="en-US" sz="11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当下青年人也产生了心理机制的转变，根据中国矿业大学心理健康教育的大学生孤独感调查问卷，发现</a:t>
            </a:r>
            <a:r>
              <a:rPr lang="en-US" altLang="zh-CN" sz="11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34.3%</a:t>
            </a:r>
            <a:r>
              <a:rPr lang="zh-CN" altLang="en-US" sz="11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青年处理人际关系时缺乏自信，形成</a:t>
            </a:r>
            <a:r>
              <a:rPr lang="en-US" altLang="zh-CN" sz="11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"</a:t>
            </a:r>
            <a:r>
              <a:rPr lang="zh-CN" altLang="en-US" sz="11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越孤独越回避</a:t>
            </a:r>
            <a:r>
              <a:rPr lang="en-US" altLang="zh-CN" sz="11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"</a:t>
            </a:r>
            <a:r>
              <a:rPr lang="zh-CN" altLang="en-US" sz="11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循环。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F1577B0-6794-A124-CD88-392552061F89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839470" y="1523683"/>
            <a:ext cx="1120775" cy="311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1200" b="1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G8321 Medium" panose="00000605000000000000" charset="0"/>
              </a:rPr>
              <a:t>社交网络悖论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477E372-62B9-D722-8B2B-DF66393B0901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2867025" y="1523683"/>
            <a:ext cx="1101090" cy="311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1200" b="1" dirty="0">
                <a:latin typeface="MiSans Normal" pitchFamily="2" charset="-122"/>
                <a:ea typeface="MiSans Normal" pitchFamily="2" charset="-122"/>
                <a:cs typeface="G8321 Medium" panose="00000605000000000000" charset="0"/>
              </a:rPr>
              <a:t>心理机制转变</a:t>
            </a:r>
            <a:endParaRPr lang="zh-CN" altLang="en-US" sz="1200" b="1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G8321 Medium" panose="00000605000000000000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1167415-28E3-1940-EA0C-8E9454A1D2F7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839470" y="1193483"/>
            <a:ext cx="2410460" cy="3308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 dirty="0">
                <a:latin typeface="Bebas" pitchFamily="2" charset="0"/>
                <a:ea typeface="MiSans Normal" pitchFamily="2" charset="-122"/>
                <a:cs typeface="G8321 SemiBold" panose="00000705000000000000" charset="0"/>
              </a:rPr>
              <a:t>技术异化效应</a:t>
            </a:r>
            <a:endParaRPr lang="en-US" altLang="zh-CN" sz="1400" dirty="0">
              <a:solidFill>
                <a:schemeClr val="tx1"/>
              </a:solidFill>
              <a:latin typeface="Bebas" pitchFamily="2" charset="0"/>
              <a:ea typeface="MiSans Normal" pitchFamily="2" charset="-122"/>
              <a:cs typeface="G8321 SemiBold" panose="00000705000000000000" charset="0"/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55FE1AF2-F387-FF6C-B867-E5024B63794F}"/>
              </a:ext>
            </a:extLst>
          </p:cNvPr>
          <p:cNvCxnSpPr/>
          <p:nvPr/>
        </p:nvCxnSpPr>
        <p:spPr>
          <a:xfrm flipH="1">
            <a:off x="11891010" y="6290310"/>
            <a:ext cx="329565" cy="57277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CB61B9F9-4DC0-9CC6-58CC-896F1F739D02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 flipH="1">
            <a:off x="11699875" y="5978525"/>
            <a:ext cx="504190" cy="87439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593775A8-EA69-1404-C9C1-84CB82F7AA7E}"/>
              </a:ext>
            </a:extLst>
          </p:cNvPr>
          <p:cNvCxnSpPr/>
          <p:nvPr>
            <p:custDataLst>
              <p:tags r:id="rId11"/>
            </p:custDataLst>
          </p:nvPr>
        </p:nvCxnSpPr>
        <p:spPr>
          <a:xfrm flipH="1">
            <a:off x="11468100" y="5571490"/>
            <a:ext cx="744855" cy="129095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24FF04F1-2FBC-BD34-EDDA-3BD87DFE486B}"/>
              </a:ext>
            </a:extLst>
          </p:cNvPr>
          <p:cNvCxnSpPr/>
          <p:nvPr>
            <p:custDataLst>
              <p:tags r:id="rId12"/>
            </p:custDataLst>
          </p:nvPr>
        </p:nvCxnSpPr>
        <p:spPr>
          <a:xfrm flipH="1">
            <a:off x="11272520" y="5248275"/>
            <a:ext cx="931545" cy="161480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507FF22C-D139-796B-C756-ACC3900F913F}"/>
              </a:ext>
            </a:extLst>
          </p:cNvPr>
          <p:cNvCxnSpPr/>
          <p:nvPr>
            <p:custDataLst>
              <p:tags r:id="rId13"/>
            </p:custDataLst>
          </p:nvPr>
        </p:nvCxnSpPr>
        <p:spPr>
          <a:xfrm flipH="1">
            <a:off x="11053445" y="4860290"/>
            <a:ext cx="1155700" cy="200279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01DBEFB0-87F9-0FF6-087B-2051CBFD7701}"/>
              </a:ext>
            </a:extLst>
          </p:cNvPr>
          <p:cNvCxnSpPr/>
          <p:nvPr>
            <p:custDataLst>
              <p:tags r:id="rId14"/>
            </p:custDataLst>
          </p:nvPr>
        </p:nvCxnSpPr>
        <p:spPr>
          <a:xfrm flipH="1">
            <a:off x="10845165" y="4511040"/>
            <a:ext cx="1357630" cy="235204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ED8A5D0B-F0CA-3043-5230-2742B7EA243C}"/>
              </a:ext>
            </a:extLst>
          </p:cNvPr>
          <p:cNvCxnSpPr/>
          <p:nvPr>
            <p:custDataLst>
              <p:tags r:id="rId15"/>
            </p:custDataLst>
          </p:nvPr>
        </p:nvCxnSpPr>
        <p:spPr>
          <a:xfrm flipH="1">
            <a:off x="10640060" y="4149090"/>
            <a:ext cx="1569085" cy="271780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05FB4A0B-4746-30DE-1DA5-CCD6700277D0}"/>
              </a:ext>
            </a:extLst>
          </p:cNvPr>
          <p:cNvCxnSpPr/>
          <p:nvPr>
            <p:custDataLst>
              <p:tags r:id="rId16"/>
            </p:custDataLst>
          </p:nvPr>
        </p:nvCxnSpPr>
        <p:spPr>
          <a:xfrm flipH="1">
            <a:off x="10429240" y="3780790"/>
            <a:ext cx="1783715" cy="308864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00F0576C-A85C-06D4-D155-6C901C20F66F}"/>
              </a:ext>
            </a:extLst>
          </p:cNvPr>
          <p:cNvCxnSpPr/>
          <p:nvPr>
            <p:custDataLst>
              <p:tags r:id="rId17"/>
            </p:custDataLst>
          </p:nvPr>
        </p:nvCxnSpPr>
        <p:spPr>
          <a:xfrm flipH="1">
            <a:off x="8511540" y="3422015"/>
            <a:ext cx="329565" cy="57277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339D71FA-7CD0-21F5-3098-810FB39EC373}"/>
              </a:ext>
            </a:extLst>
          </p:cNvPr>
          <p:cNvCxnSpPr/>
          <p:nvPr>
            <p:custDataLst>
              <p:tags r:id="rId18"/>
            </p:custDataLst>
          </p:nvPr>
        </p:nvCxnSpPr>
        <p:spPr>
          <a:xfrm flipH="1">
            <a:off x="8522335" y="3434715"/>
            <a:ext cx="504190" cy="87439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90B821B2-7ED2-E51C-3FAF-52FA8FC5591D}"/>
              </a:ext>
            </a:extLst>
          </p:cNvPr>
          <p:cNvCxnSpPr/>
          <p:nvPr>
            <p:custDataLst>
              <p:tags r:id="rId19"/>
            </p:custDataLst>
          </p:nvPr>
        </p:nvCxnSpPr>
        <p:spPr>
          <a:xfrm flipH="1">
            <a:off x="8504555" y="3417570"/>
            <a:ext cx="744855" cy="129095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F79FACA2-244D-8846-5318-01BE048AD059}"/>
              </a:ext>
            </a:extLst>
          </p:cNvPr>
          <p:cNvCxnSpPr/>
          <p:nvPr>
            <p:custDataLst>
              <p:tags r:id="rId20"/>
            </p:custDataLst>
          </p:nvPr>
        </p:nvCxnSpPr>
        <p:spPr>
          <a:xfrm flipH="1">
            <a:off x="8515350" y="3429000"/>
            <a:ext cx="931545" cy="161480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B1C0031C-B39F-F3FF-3D91-4DA65003B729}"/>
              </a:ext>
            </a:extLst>
          </p:cNvPr>
          <p:cNvCxnSpPr/>
          <p:nvPr>
            <p:custDataLst>
              <p:tags r:id="rId21"/>
            </p:custDataLst>
          </p:nvPr>
        </p:nvCxnSpPr>
        <p:spPr>
          <a:xfrm flipH="1">
            <a:off x="8500110" y="3430270"/>
            <a:ext cx="1155700" cy="200279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3502CA95-9429-D5E4-1937-7C955E878220}"/>
              </a:ext>
            </a:extLst>
          </p:cNvPr>
          <p:cNvCxnSpPr/>
          <p:nvPr>
            <p:custDataLst>
              <p:tags r:id="rId22"/>
            </p:custDataLst>
          </p:nvPr>
        </p:nvCxnSpPr>
        <p:spPr>
          <a:xfrm flipH="1">
            <a:off x="8515350" y="3426460"/>
            <a:ext cx="1357630" cy="235204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B154064E-882F-2179-15D6-7419743590A5}"/>
              </a:ext>
            </a:extLst>
          </p:cNvPr>
          <p:cNvCxnSpPr/>
          <p:nvPr>
            <p:custDataLst>
              <p:tags r:id="rId23"/>
            </p:custDataLst>
          </p:nvPr>
        </p:nvCxnSpPr>
        <p:spPr>
          <a:xfrm flipH="1">
            <a:off x="8507095" y="3426460"/>
            <a:ext cx="1569085" cy="271780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124CEB53-65E8-5C76-7102-A777E44977FB}"/>
              </a:ext>
            </a:extLst>
          </p:cNvPr>
          <p:cNvCxnSpPr/>
          <p:nvPr>
            <p:custDataLst>
              <p:tags r:id="rId24"/>
            </p:custDataLst>
          </p:nvPr>
        </p:nvCxnSpPr>
        <p:spPr>
          <a:xfrm flipH="1">
            <a:off x="8511540" y="3426460"/>
            <a:ext cx="1783715" cy="308864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24470C83-6ED0-73D5-C4B8-90277DAF98A4}"/>
              </a:ext>
            </a:extLst>
          </p:cNvPr>
          <p:cNvCxnSpPr/>
          <p:nvPr>
            <p:custDataLst>
              <p:tags r:id="rId25"/>
            </p:custDataLst>
          </p:nvPr>
        </p:nvCxnSpPr>
        <p:spPr>
          <a:xfrm flipH="1">
            <a:off x="8517890" y="3434715"/>
            <a:ext cx="1971675" cy="341312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2CE084CC-D95B-4E37-8DBD-6F8F64ACF377}"/>
              </a:ext>
            </a:extLst>
          </p:cNvPr>
          <p:cNvCxnSpPr/>
          <p:nvPr>
            <p:custDataLst>
              <p:tags r:id="rId26"/>
            </p:custDataLst>
          </p:nvPr>
        </p:nvCxnSpPr>
        <p:spPr>
          <a:xfrm flipH="1">
            <a:off x="10231120" y="3449955"/>
            <a:ext cx="1971675" cy="341312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549FEE57-AD81-FF09-FA8A-528219BD655D}"/>
              </a:ext>
            </a:extLst>
          </p:cNvPr>
          <p:cNvCxnSpPr/>
          <p:nvPr>
            <p:custDataLst>
              <p:tags r:id="rId27"/>
            </p:custDataLst>
          </p:nvPr>
        </p:nvCxnSpPr>
        <p:spPr>
          <a:xfrm flipH="1">
            <a:off x="8684895" y="3434715"/>
            <a:ext cx="1989455" cy="344233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任意多边形 43">
            <a:extLst>
              <a:ext uri="{FF2B5EF4-FFF2-40B4-BE49-F238E27FC236}">
                <a16:creationId xmlns:a16="http://schemas.microsoft.com/office/drawing/2014/main" id="{3E3EC2E4-CB29-1ECD-FB48-D33E4773EDF9}"/>
              </a:ext>
            </a:extLst>
          </p:cNvPr>
          <p:cNvSpPr/>
          <p:nvPr/>
        </p:nvSpPr>
        <p:spPr>
          <a:xfrm>
            <a:off x="908050" y="1133793"/>
            <a:ext cx="1689735" cy="363220"/>
          </a:xfrm>
          <a:custGeom>
            <a:avLst/>
            <a:gdLst>
              <a:gd name="connisteX0" fmla="*/ 0 w 1689735"/>
              <a:gd name="connsiteY0" fmla="*/ 91771 h 363091"/>
              <a:gd name="connisteX1" fmla="*/ 316865 w 1689735"/>
              <a:gd name="connsiteY1" fmla="*/ 13031 h 363091"/>
              <a:gd name="connisteX2" fmla="*/ 440055 w 1689735"/>
              <a:gd name="connsiteY2" fmla="*/ 338786 h 363091"/>
              <a:gd name="connisteX3" fmla="*/ 114300 w 1689735"/>
              <a:gd name="connsiteY3" fmla="*/ 321006 h 363091"/>
              <a:gd name="connisteX4" fmla="*/ 1689735 w 1689735"/>
              <a:gd name="connsiteY4" fmla="*/ 312116 h 363091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689735" h="363091">
                <a:moveTo>
                  <a:pt x="0" y="91771"/>
                </a:moveTo>
                <a:cubicBezTo>
                  <a:pt x="60960" y="69546"/>
                  <a:pt x="228600" y="-36499"/>
                  <a:pt x="316865" y="13031"/>
                </a:cubicBezTo>
                <a:cubicBezTo>
                  <a:pt x="405130" y="62561"/>
                  <a:pt x="480695" y="277191"/>
                  <a:pt x="440055" y="338786"/>
                </a:cubicBezTo>
                <a:cubicBezTo>
                  <a:pt x="399415" y="400381"/>
                  <a:pt x="-135890" y="326086"/>
                  <a:pt x="114300" y="321006"/>
                </a:cubicBezTo>
                <a:cubicBezTo>
                  <a:pt x="364490" y="315926"/>
                  <a:pt x="1368425" y="313386"/>
                  <a:pt x="1689735" y="312116"/>
                </a:cubicBezTo>
              </a:path>
            </a:pathLst>
          </a:custGeom>
          <a:noFill/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28" name="灯片编号占位符 27">
            <a:extLst>
              <a:ext uri="{FF2B5EF4-FFF2-40B4-BE49-F238E27FC236}">
                <a16:creationId xmlns:a16="http://schemas.microsoft.com/office/drawing/2014/main" id="{988AB5DA-6973-E399-C112-FF811A481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45165" y="6356350"/>
            <a:ext cx="508635" cy="365125"/>
          </a:xfrm>
        </p:spPr>
        <p:txBody>
          <a:bodyPr/>
          <a:lstStyle/>
          <a:p>
            <a:pPr algn="r">
              <a:buClrTx/>
              <a:buSzTx/>
              <a:buFontTx/>
            </a:pPr>
            <a:r>
              <a:rPr lang="en-US" altLang="zh-CN">
                <a:latin typeface="Bebas" pitchFamily="2" charset="0"/>
                <a:cs typeface="G8321 Medium" panose="00000605000000000000" charset="0"/>
              </a:rPr>
              <a:t>0</a:t>
            </a:r>
            <a:fld id="{9A0DB2DC-4C9A-4742-B13C-FB6460FD3503}" type="slidenum">
              <a:rPr lang="en-US" altLang="zh-CN" smtClean="0">
                <a:latin typeface="Bebas" pitchFamily="2" charset="0"/>
                <a:cs typeface="G8321 Medium" panose="00000605000000000000" charset="0"/>
              </a:rPr>
              <a:t>4</a:t>
            </a:fld>
            <a:endParaRPr lang="en-US" altLang="zh-CN">
              <a:latin typeface="Bebas" pitchFamily="2" charset="0"/>
              <a:cs typeface="G8321 Medium" panose="00000605000000000000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9968755-9E6B-AF6D-F5DC-714685A51699}"/>
              </a:ext>
            </a:extLst>
          </p:cNvPr>
          <p:cNvSpPr/>
          <p:nvPr/>
        </p:nvSpPr>
        <p:spPr>
          <a:xfrm>
            <a:off x="0" y="19685"/>
            <a:ext cx="12191365" cy="6857365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F22220F-4301-8D47-B37E-863793F63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529" y="3902994"/>
            <a:ext cx="4364224" cy="2476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0241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>
            <p:custDataLst>
              <p:tags r:id="rId1"/>
            </p:custDataLst>
          </p:nvPr>
        </p:nvSpPr>
        <p:spPr>
          <a:xfrm>
            <a:off x="633729" y="3366881"/>
            <a:ext cx="2305065" cy="106807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8000" dirty="0">
                <a:solidFill>
                  <a:srgbClr val="FFE291"/>
                </a:solidFill>
                <a:latin typeface="Estrada Signature" panose="02000600000000000000" pitchFamily="2" charset="0"/>
                <a:ea typeface="MiSans Normal" pitchFamily="2" charset="-122"/>
                <a:cs typeface="Signatura Monoline Script" panose="02000506000000020004" charset="0"/>
              </a:rPr>
              <a:t>选择</a:t>
            </a:r>
            <a:r>
              <a:rPr lang="en-US" altLang="zh-CN" sz="8000" dirty="0">
                <a:solidFill>
                  <a:srgbClr val="E73224"/>
                </a:solidFill>
                <a:latin typeface="Estrada Signature" panose="02000600000000000000" pitchFamily="2" charset="0"/>
                <a:ea typeface="MiSans Normal" pitchFamily="2" charset="-122"/>
                <a:cs typeface="Signatura Monoline Script" panose="02000506000000020004" charset="0"/>
              </a:rPr>
              <a:t> </a:t>
            </a: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193077" y="5185927"/>
            <a:ext cx="1214930" cy="334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2000" dirty="0">
                <a:solidFill>
                  <a:srgbClr val="FFC000"/>
                </a:solidFill>
                <a:latin typeface="Bebas" pitchFamily="2" charset="0"/>
                <a:ea typeface="MiSans Normal" pitchFamily="2" charset="-122"/>
                <a:cs typeface="G8321 Medium" panose="00000605000000000000" charset="0"/>
              </a:rPr>
              <a:t>CHOOSES</a:t>
            </a:r>
          </a:p>
        </p:txBody>
      </p:sp>
      <p:sp>
        <p:nvSpPr>
          <p:cNvPr id="3" name="矩形 2"/>
          <p:cNvSpPr/>
          <p:nvPr/>
        </p:nvSpPr>
        <p:spPr>
          <a:xfrm>
            <a:off x="242570" y="207645"/>
            <a:ext cx="11751945" cy="6470015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cxnSp>
        <p:nvCxnSpPr>
          <p:cNvPr id="23" name="直接连接符 22"/>
          <p:cNvCxnSpPr/>
          <p:nvPr>
            <p:custDataLst>
              <p:tags r:id="rId3"/>
            </p:custDataLst>
          </p:nvPr>
        </p:nvCxnSpPr>
        <p:spPr>
          <a:xfrm>
            <a:off x="234315" y="1052195"/>
            <a:ext cx="11772000" cy="571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9372600" y="198755"/>
            <a:ext cx="2613025" cy="87185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>
            <a:off x="1571625" y="404812"/>
            <a:ext cx="3419474" cy="47371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prstTxWarp prst="textPlain">
              <a:avLst/>
            </a:prstTxWarp>
            <a:noAutofit/>
          </a:bodyPr>
          <a:lstStyle/>
          <a:p>
            <a:pPr algn="ctr"/>
            <a:endParaRPr lang="en-US" altLang="zh-CN" sz="1050">
              <a:solidFill>
                <a:schemeClr val="tx1"/>
              </a:solidFill>
              <a:effectLst/>
              <a:latin typeface="Bebas" pitchFamily="2" charset="0"/>
              <a:ea typeface="MiSans Normal" pitchFamily="2" charset="-122"/>
              <a:cs typeface="G8321 SemiBold" panose="00000705000000000000" charset="0"/>
            </a:endParaRPr>
          </a:p>
        </p:txBody>
      </p:sp>
      <p:cxnSp>
        <p:nvCxnSpPr>
          <p:cNvPr id="8" name="直接箭头连接符 7"/>
          <p:cNvCxnSpPr>
            <a:cxnSpLocks/>
          </p:cNvCxnSpPr>
          <p:nvPr/>
        </p:nvCxnSpPr>
        <p:spPr>
          <a:xfrm>
            <a:off x="3603307" y="674370"/>
            <a:ext cx="5558473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>
            <p:custDataLst>
              <p:tags r:id="rId5"/>
            </p:custDataLst>
          </p:nvPr>
        </p:nvCxnSpPr>
        <p:spPr>
          <a:xfrm>
            <a:off x="234315" y="2379717"/>
            <a:ext cx="11772000" cy="571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>
            <p:custDataLst>
              <p:tags r:id="rId6"/>
            </p:custDataLst>
          </p:nvPr>
        </p:nvSpPr>
        <p:spPr>
          <a:xfrm>
            <a:off x="405765" y="1345247"/>
            <a:ext cx="4277995" cy="944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年轻人感到孤独，却不想社交，害怕与陌生人相处，快节奏的当下拓展朋友圈需要付出的时间</a:t>
            </a:r>
            <a:r>
              <a:rPr lang="zh-CN" altLang="en-US" sz="1100" dirty="0"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与回报不相称等，都导致越来越多的年轻人陷入孤独困境。</a:t>
            </a:r>
            <a:endParaRPr lang="zh-CN" altLang="en-US" sz="11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7"/>
            </p:custDataLst>
          </p:nvPr>
        </p:nvSpPr>
        <p:spPr>
          <a:xfrm>
            <a:off x="5729937" y="4096410"/>
            <a:ext cx="1036955" cy="438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合租平台</a:t>
            </a: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6052518" y="3651406"/>
            <a:ext cx="391795" cy="3790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2400" dirty="0">
                <a:solidFill>
                  <a:schemeClr val="tx1"/>
                </a:solidFill>
                <a:latin typeface="Bebas" pitchFamily="2" charset="0"/>
                <a:ea typeface="MiSans Normal" pitchFamily="2" charset="-122"/>
                <a:cs typeface="G8321 Medium" panose="00000605000000000000" charset="0"/>
              </a:rPr>
              <a:t>A</a:t>
            </a:r>
          </a:p>
        </p:txBody>
      </p:sp>
      <p:sp>
        <p:nvSpPr>
          <p:cNvPr id="18" name="文本框 17"/>
          <p:cNvSpPr txBox="1"/>
          <p:nvPr>
            <p:custDataLst>
              <p:tags r:id="rId9"/>
            </p:custDataLst>
          </p:nvPr>
        </p:nvSpPr>
        <p:spPr>
          <a:xfrm>
            <a:off x="8546159" y="4096410"/>
            <a:ext cx="1036955" cy="438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社交空间</a:t>
            </a:r>
            <a:endParaRPr lang="zh-CN" altLang="en-US" sz="14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0"/>
            </p:custDataLst>
          </p:nvPr>
        </p:nvSpPr>
        <p:spPr>
          <a:xfrm>
            <a:off x="8811577" y="3656356"/>
            <a:ext cx="391795" cy="3790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2400" dirty="0">
                <a:solidFill>
                  <a:schemeClr val="tx1"/>
                </a:solidFill>
                <a:latin typeface="Bebas" pitchFamily="2" charset="0"/>
                <a:ea typeface="MiSans Normal" pitchFamily="2" charset="-122"/>
                <a:cs typeface="G8321 Medium" panose="00000605000000000000" charset="0"/>
              </a:rPr>
              <a:t>B</a:t>
            </a:r>
          </a:p>
        </p:txBody>
      </p:sp>
      <p:sp>
        <p:nvSpPr>
          <p:cNvPr id="21" name="文本框 20"/>
          <p:cNvSpPr txBox="1"/>
          <p:nvPr>
            <p:custDataLst>
              <p:tags r:id="rId11"/>
            </p:custDataLst>
          </p:nvPr>
        </p:nvSpPr>
        <p:spPr>
          <a:xfrm>
            <a:off x="10622005" y="4034912"/>
            <a:ext cx="506007" cy="438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……</a:t>
            </a:r>
            <a:endParaRPr lang="zh-CN" altLang="en-US" sz="14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2"/>
            </p:custDataLst>
          </p:nvPr>
        </p:nvSpPr>
        <p:spPr>
          <a:xfrm>
            <a:off x="10679112" y="3651405"/>
            <a:ext cx="391795" cy="3790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2400" dirty="0">
                <a:solidFill>
                  <a:schemeClr val="tx1"/>
                </a:solidFill>
                <a:latin typeface="Bebas" pitchFamily="2" charset="0"/>
                <a:ea typeface="MiSans Normal" pitchFamily="2" charset="-122"/>
                <a:cs typeface="G8321 Medium" panose="00000605000000000000" charset="0"/>
              </a:rPr>
              <a:t>C</a:t>
            </a:r>
          </a:p>
        </p:txBody>
      </p:sp>
      <p:sp>
        <p:nvSpPr>
          <p:cNvPr id="26" name="文本框 25"/>
          <p:cNvSpPr txBox="1"/>
          <p:nvPr>
            <p:custDataLst>
              <p:tags r:id="rId13"/>
            </p:custDataLst>
          </p:nvPr>
        </p:nvSpPr>
        <p:spPr>
          <a:xfrm>
            <a:off x="9639300" y="265430"/>
            <a:ext cx="2296160" cy="6203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4000" dirty="0">
                <a:solidFill>
                  <a:schemeClr val="bg1"/>
                </a:solidFill>
                <a:latin typeface="Bebas" pitchFamily="2" charset="0"/>
                <a:ea typeface="MiSans Normal" pitchFamily="2" charset="-122"/>
                <a:cs typeface="G8321 SemiBold" panose="00000705000000000000" charset="0"/>
              </a:rPr>
              <a:t>LONELY</a:t>
            </a:r>
          </a:p>
        </p:txBody>
      </p:sp>
      <p:sp>
        <p:nvSpPr>
          <p:cNvPr id="5" name="矩形 4"/>
          <p:cNvSpPr/>
          <p:nvPr/>
        </p:nvSpPr>
        <p:spPr>
          <a:xfrm>
            <a:off x="635" y="0"/>
            <a:ext cx="12191365" cy="6857365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4E3B738-0D7E-5644-8D56-BB0013DAE948}"/>
              </a:ext>
            </a:extLst>
          </p:cNvPr>
          <p:cNvSpPr txBox="1"/>
          <p:nvPr/>
        </p:nvSpPr>
        <p:spPr>
          <a:xfrm>
            <a:off x="-2223" y="361375"/>
            <a:ext cx="36055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solidFill>
                  <a:schemeClr val="tx1"/>
                </a:solidFill>
                <a:effectLst/>
                <a:latin typeface="Bebas" pitchFamily="2" charset="0"/>
                <a:ea typeface="MiSans Normal" pitchFamily="2" charset="-122"/>
                <a:cs typeface="G8321 SemiBold" panose="00000705000000000000" charset="0"/>
              </a:rPr>
              <a:t>HOW TO SOLVE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4098398-0F22-FAAA-F523-0224ADE35491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8469443" y="5097421"/>
            <a:ext cx="1076062" cy="438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缺乏内驱力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21668D6-75DE-DDAE-3E74-60371486280D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5599264" y="5134262"/>
            <a:ext cx="1298299" cy="438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存在安全问题</a:t>
            </a:r>
            <a:endParaRPr lang="zh-CN" altLang="en-US" sz="14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F259CE-068B-FF73-98C5-C6D23D642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1555E534-94F0-390B-B255-696B8D50797B}"/>
              </a:ext>
            </a:extLst>
          </p:cNvPr>
          <p:cNvSpPr/>
          <p:nvPr/>
        </p:nvSpPr>
        <p:spPr>
          <a:xfrm>
            <a:off x="242570" y="207645"/>
            <a:ext cx="11751945" cy="6470015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02D59BD9-0CFD-BF04-EE53-D40317E84BFF}"/>
              </a:ext>
            </a:extLst>
          </p:cNvPr>
          <p:cNvCxnSpPr/>
          <p:nvPr>
            <p:custDataLst>
              <p:tags r:id="rId1"/>
            </p:custDataLst>
          </p:nvPr>
        </p:nvCxnSpPr>
        <p:spPr>
          <a:xfrm>
            <a:off x="234315" y="1052195"/>
            <a:ext cx="11772000" cy="571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15B4A082-AB5D-497D-26ED-6A458175D4CF}"/>
              </a:ext>
            </a:extLst>
          </p:cNvPr>
          <p:cNvSpPr/>
          <p:nvPr/>
        </p:nvSpPr>
        <p:spPr>
          <a:xfrm>
            <a:off x="9372600" y="198755"/>
            <a:ext cx="2613025" cy="87185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8B9CF8-7AC2-DA98-5982-4DC5284D456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571625" y="404812"/>
            <a:ext cx="3419474" cy="47371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prstTxWarp prst="textPlain">
              <a:avLst/>
            </a:prstTxWarp>
            <a:noAutofit/>
          </a:bodyPr>
          <a:lstStyle/>
          <a:p>
            <a:pPr algn="ctr"/>
            <a:endParaRPr lang="en-US" altLang="zh-CN" sz="1050">
              <a:solidFill>
                <a:schemeClr val="tx1"/>
              </a:solidFill>
              <a:effectLst/>
              <a:latin typeface="Bebas" pitchFamily="2" charset="0"/>
              <a:ea typeface="MiSans Normal" pitchFamily="2" charset="-122"/>
              <a:cs typeface="G8321 SemiBold" panose="00000705000000000000" charset="0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91C3CAEE-A529-50C7-FBD7-5783AE116D2E}"/>
              </a:ext>
            </a:extLst>
          </p:cNvPr>
          <p:cNvCxnSpPr>
            <a:cxnSpLocks/>
          </p:cNvCxnSpPr>
          <p:nvPr/>
        </p:nvCxnSpPr>
        <p:spPr>
          <a:xfrm>
            <a:off x="3603307" y="674370"/>
            <a:ext cx="5558473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32307CFC-22F9-87EB-8327-FB646710C29B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234315" y="2379717"/>
            <a:ext cx="11772000" cy="571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0CF49D47-879A-4AA4-EC53-9A9F2CC4814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9639300" y="265430"/>
            <a:ext cx="2296160" cy="6203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4000" dirty="0">
                <a:solidFill>
                  <a:schemeClr val="bg1"/>
                </a:solidFill>
                <a:latin typeface="Bebas" pitchFamily="2" charset="0"/>
                <a:ea typeface="MiSans Normal" pitchFamily="2" charset="-122"/>
                <a:cs typeface="G8321 SemiBold" panose="00000705000000000000" charset="0"/>
              </a:rPr>
              <a:t>LONELY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52E110B-A6D4-59A4-60A1-E3AA22FBA791}"/>
              </a:ext>
            </a:extLst>
          </p:cNvPr>
          <p:cNvSpPr/>
          <p:nvPr/>
        </p:nvSpPr>
        <p:spPr>
          <a:xfrm>
            <a:off x="635" y="0"/>
            <a:ext cx="12191365" cy="6857365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C200837-0EBF-F809-91CB-A1DB95990E37}"/>
              </a:ext>
            </a:extLst>
          </p:cNvPr>
          <p:cNvSpPr txBox="1"/>
          <p:nvPr/>
        </p:nvSpPr>
        <p:spPr>
          <a:xfrm>
            <a:off x="-2223" y="361375"/>
            <a:ext cx="36055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solidFill>
                  <a:schemeClr val="tx1"/>
                </a:solidFill>
                <a:effectLst/>
                <a:latin typeface="Bebas" pitchFamily="2" charset="0"/>
                <a:ea typeface="MiSans Normal" pitchFamily="2" charset="-122"/>
                <a:cs typeface="G8321 SemiBold" panose="00000705000000000000" charset="0"/>
              </a:rPr>
              <a:t>HOW TO SOLVE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3F6E197-C3FC-AC2C-E058-A9E68934272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972719" y="1052195"/>
            <a:ext cx="4291645" cy="106807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 sz="8000" dirty="0">
                <a:solidFill>
                  <a:srgbClr val="CE8540"/>
                </a:solidFill>
                <a:latin typeface="Estrada Signature" panose="02000600000000000000" pitchFamily="2" charset="0"/>
                <a:ea typeface="MiSans Normal" pitchFamily="2" charset="-122"/>
                <a:cs typeface="Signatura Monoline Script" panose="02000506000000020004" charset="0"/>
              </a:rPr>
              <a:t>狗狗陪伴</a:t>
            </a:r>
            <a:r>
              <a:rPr lang="en-US" altLang="zh-CN" sz="8000" dirty="0">
                <a:solidFill>
                  <a:srgbClr val="E73224"/>
                </a:solidFill>
                <a:latin typeface="Estrada Signature" panose="02000600000000000000" pitchFamily="2" charset="0"/>
                <a:ea typeface="MiSans Normal" pitchFamily="2" charset="-122"/>
                <a:cs typeface="Signatura Monoline Script" panose="02000506000000020004" charset="0"/>
              </a:rPr>
              <a:t> 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62ABD8B-73A4-CD58-063D-85F99706D2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3663" y="2414340"/>
            <a:ext cx="7568696" cy="4263319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C2F0E5D7-43FC-1655-8613-71F38FEC146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8264364" y="3131950"/>
            <a:ext cx="3339638" cy="305168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 sz="1600" dirty="0">
                <a:solidFill>
                  <a:srgbClr val="FFC000"/>
                </a:solidFill>
                <a:latin typeface="Estrada Signature" panose="02000600000000000000" pitchFamily="2" charset="0"/>
                <a:ea typeface="MiSans Normal" pitchFamily="2" charset="-122"/>
                <a:cs typeface="Signatura Monoline Script" panose="02000506000000020004" charset="0"/>
              </a:rPr>
              <a:t>心理学依据：</a:t>
            </a:r>
            <a:endParaRPr lang="en-US" altLang="zh-CN" sz="1600" dirty="0">
              <a:solidFill>
                <a:srgbClr val="FFC000"/>
              </a:solidFill>
              <a:latin typeface="Estrada Signature" panose="02000600000000000000" pitchFamily="2" charset="0"/>
              <a:ea typeface="MiSans Normal" pitchFamily="2" charset="-122"/>
              <a:cs typeface="Signatura Monoline Script" panose="02000506000000020004" charset="0"/>
            </a:endParaRPr>
          </a:p>
          <a:p>
            <a:pPr algn="l"/>
            <a:r>
              <a:rPr lang="zh-CN" altLang="en-US" sz="1600" dirty="0">
                <a:solidFill>
                  <a:srgbClr val="FFC000"/>
                </a:solidFill>
                <a:latin typeface="Estrada Signature" panose="02000600000000000000" pitchFamily="2" charset="0"/>
                <a:ea typeface="MiSans Normal" pitchFamily="2" charset="-122"/>
                <a:cs typeface="Signatura Monoline Script" panose="02000506000000020004" charset="0"/>
              </a:rPr>
              <a:t>触摸宠物可降低皮质醇水平</a:t>
            </a:r>
            <a:endParaRPr lang="en-US" altLang="zh-CN" sz="1600" dirty="0">
              <a:solidFill>
                <a:srgbClr val="FFC000"/>
              </a:solidFill>
              <a:latin typeface="Estrada Signature" panose="02000600000000000000" pitchFamily="2" charset="0"/>
              <a:ea typeface="MiSans Normal" pitchFamily="2" charset="-122"/>
              <a:cs typeface="Signatura Monoline Script" panose="02000506000000020004" charset="0"/>
            </a:endParaRPr>
          </a:p>
          <a:p>
            <a:pPr algn="l"/>
            <a:r>
              <a:rPr lang="zh-CN" altLang="en-US" sz="1600" dirty="0">
                <a:solidFill>
                  <a:srgbClr val="FFC000"/>
                </a:solidFill>
                <a:latin typeface="Estrada Signature" panose="02000600000000000000" pitchFamily="2" charset="0"/>
                <a:ea typeface="MiSans Normal" pitchFamily="2" charset="-122"/>
                <a:cs typeface="Signatura Monoline Script" panose="02000506000000020004" charset="0"/>
              </a:rPr>
              <a:t>照顾行为能激活责任感和价值感</a:t>
            </a:r>
            <a:endParaRPr lang="en-US" altLang="zh-CN" sz="1600" dirty="0">
              <a:solidFill>
                <a:srgbClr val="FFC000"/>
              </a:solidFill>
              <a:latin typeface="Estrada Signature" panose="02000600000000000000" pitchFamily="2" charset="0"/>
              <a:ea typeface="MiSans Normal" pitchFamily="2" charset="-122"/>
              <a:cs typeface="Signatura Monoline Script" panose="02000506000000020004" charset="0"/>
            </a:endParaRPr>
          </a:p>
          <a:p>
            <a:pPr algn="l"/>
            <a:r>
              <a:rPr lang="zh-CN" altLang="en-US" sz="1600" dirty="0">
                <a:solidFill>
                  <a:srgbClr val="FFC000"/>
                </a:solidFill>
                <a:latin typeface="Estrada Signature" panose="02000600000000000000" pitchFamily="2" charset="0"/>
                <a:ea typeface="MiSans Normal" pitchFamily="2" charset="-122"/>
                <a:cs typeface="Signatura Monoline Script" panose="02000506000000020004" charset="0"/>
              </a:rPr>
              <a:t>遛狗等日常互动创造社交机会</a:t>
            </a:r>
            <a:endParaRPr lang="en-US" altLang="zh-CN" sz="1600" dirty="0">
              <a:solidFill>
                <a:srgbClr val="FFC000"/>
              </a:solidFill>
              <a:latin typeface="Estrada Signature" panose="02000600000000000000" pitchFamily="2" charset="0"/>
              <a:ea typeface="MiSans Normal" pitchFamily="2" charset="-122"/>
              <a:cs typeface="Signatura Monoline Script" panose="02000506000000020004" charset="0"/>
            </a:endParaRPr>
          </a:p>
          <a:p>
            <a:pPr algn="l"/>
            <a:endParaRPr lang="en-US" altLang="zh-CN" sz="1600" dirty="0">
              <a:solidFill>
                <a:srgbClr val="FFC000"/>
              </a:solidFill>
              <a:latin typeface="Estrada Signature" panose="02000600000000000000" pitchFamily="2" charset="0"/>
              <a:ea typeface="MiSans Normal" pitchFamily="2" charset="-122"/>
              <a:cs typeface="Signatura Monoline Script" panose="02000506000000020004" charset="0"/>
            </a:endParaRPr>
          </a:p>
          <a:p>
            <a:pPr algn="l"/>
            <a:endParaRPr lang="en-US" altLang="zh-CN" sz="1600" dirty="0">
              <a:solidFill>
                <a:srgbClr val="FFC000"/>
              </a:solidFill>
              <a:latin typeface="Estrada Signature" panose="02000600000000000000" pitchFamily="2" charset="0"/>
              <a:ea typeface="MiSans Normal" pitchFamily="2" charset="-122"/>
              <a:cs typeface="Signatura Monoline Script" panose="02000506000000020004" charset="0"/>
            </a:endParaRPr>
          </a:p>
          <a:p>
            <a:pPr algn="l"/>
            <a:r>
              <a:rPr lang="zh-CN" altLang="en-US" sz="1600" dirty="0">
                <a:solidFill>
                  <a:srgbClr val="FFC000"/>
                </a:solidFill>
                <a:latin typeface="Estrada Signature" panose="02000600000000000000" pitchFamily="2" charset="0"/>
                <a:ea typeface="MiSans Normal" pitchFamily="2" charset="-122"/>
                <a:cs typeface="Signatura Monoline Script" panose="02000506000000020004" charset="0"/>
              </a:rPr>
              <a:t>现实可行性：</a:t>
            </a:r>
            <a:endParaRPr lang="en-US" altLang="zh-CN" sz="1600" dirty="0">
              <a:solidFill>
                <a:srgbClr val="FFC000"/>
              </a:solidFill>
              <a:latin typeface="Estrada Signature" panose="02000600000000000000" pitchFamily="2" charset="0"/>
              <a:ea typeface="MiSans Normal" pitchFamily="2" charset="-122"/>
              <a:cs typeface="Signatura Monoline Script" panose="02000506000000020004" charset="0"/>
            </a:endParaRPr>
          </a:p>
          <a:p>
            <a:pPr algn="l"/>
            <a:r>
              <a:rPr lang="zh-CN" altLang="en-US" sz="1600" dirty="0">
                <a:solidFill>
                  <a:srgbClr val="FFC000"/>
                </a:solidFill>
                <a:latin typeface="Estrada Signature" panose="02000600000000000000" pitchFamily="2" charset="0"/>
                <a:ea typeface="MiSans Normal" pitchFamily="2" charset="-122"/>
                <a:cs typeface="Signatura Monoline Script" panose="02000506000000020004" charset="0"/>
              </a:rPr>
              <a:t>相比养猫更易建立互动关系犬类社交属性强（狗公园等场景）饲养难度低于其他宠物。</a:t>
            </a:r>
            <a:endParaRPr lang="en-US" altLang="zh-CN" sz="1600" dirty="0">
              <a:solidFill>
                <a:srgbClr val="FFC000"/>
              </a:solidFill>
              <a:latin typeface="Estrada Signature" panose="02000600000000000000" pitchFamily="2" charset="0"/>
              <a:ea typeface="MiSans Normal" pitchFamily="2" charset="-122"/>
              <a:cs typeface="Signatura Monoline Script" panose="020005060000000200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6842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F78E4F56-5A51-59B5-C83C-98DD14DE3F8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08348">
            <a:off x="7778684" y="1825977"/>
            <a:ext cx="2240412" cy="3167822"/>
          </a:xfrm>
          <a:prstGeom prst="rect">
            <a:avLst/>
          </a:prstGeom>
        </p:spPr>
      </p:pic>
      <p:sp>
        <p:nvSpPr>
          <p:cNvPr id="25" name="任意多边形 24"/>
          <p:cNvSpPr/>
          <p:nvPr/>
        </p:nvSpPr>
        <p:spPr>
          <a:xfrm>
            <a:off x="5659755" y="3409888"/>
            <a:ext cx="2143760" cy="1425575"/>
          </a:xfrm>
          <a:custGeom>
            <a:avLst/>
            <a:gdLst>
              <a:gd name="connisteX0" fmla="*/ 74628 w 2143458"/>
              <a:gd name="connsiteY0" fmla="*/ 193638 h 1425538"/>
              <a:gd name="connisteX1" fmla="*/ 241633 w 2143458"/>
              <a:gd name="connsiteY1" fmla="*/ 96483 h 1425538"/>
              <a:gd name="connisteX2" fmla="*/ 2143458 w 2143458"/>
              <a:gd name="connsiteY2" fmla="*/ 1425538 h 142553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2143459" h="1425538">
                <a:moveTo>
                  <a:pt x="74629" y="193638"/>
                </a:moveTo>
                <a:cubicBezTo>
                  <a:pt x="70184" y="147918"/>
                  <a:pt x="-172386" y="-149897"/>
                  <a:pt x="241634" y="96483"/>
                </a:cubicBezTo>
                <a:cubicBezTo>
                  <a:pt x="655654" y="342863"/>
                  <a:pt x="1766269" y="1157568"/>
                  <a:pt x="2143459" y="1425538"/>
                </a:cubicBezTo>
              </a:path>
            </a:pathLst>
          </a:custGeom>
          <a:noFill/>
          <a:ln>
            <a:solidFill>
              <a:srgbClr val="FFE29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593725" y="1833818"/>
            <a:ext cx="782955" cy="781685"/>
          </a:xfrm>
          <a:custGeom>
            <a:avLst/>
            <a:gdLst>
              <a:gd name="connsiteX0" fmla="*/ 0 w 1233"/>
              <a:gd name="connsiteY0" fmla="*/ 0 h 1231"/>
              <a:gd name="connsiteX1" fmla="*/ 1233 w 1233"/>
              <a:gd name="connsiteY1" fmla="*/ 1231 h 1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33" h="1231">
                <a:moveTo>
                  <a:pt x="0" y="0"/>
                </a:moveTo>
                <a:cubicBezTo>
                  <a:pt x="407" y="430"/>
                  <a:pt x="826" y="801"/>
                  <a:pt x="1233" y="1231"/>
                </a:cubicBezTo>
              </a:path>
            </a:pathLst>
          </a:custGeom>
          <a:noFill/>
          <a:ln>
            <a:solidFill>
              <a:srgbClr val="FFE29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15" name="任意多边形 14"/>
          <p:cNvSpPr/>
          <p:nvPr/>
        </p:nvSpPr>
        <p:spPr>
          <a:xfrm>
            <a:off x="3733165" y="1053403"/>
            <a:ext cx="868680" cy="2506345"/>
          </a:xfrm>
          <a:custGeom>
            <a:avLst/>
            <a:gdLst>
              <a:gd name="connsiteX0" fmla="*/ 1085 w 1368"/>
              <a:gd name="connsiteY0" fmla="*/ 759 h 3947"/>
              <a:gd name="connsiteX1" fmla="*/ 1349 w 1368"/>
              <a:gd name="connsiteY1" fmla="*/ 246 h 3947"/>
              <a:gd name="connsiteX2" fmla="*/ 670 w 1368"/>
              <a:gd name="connsiteY2" fmla="*/ 106 h 3947"/>
              <a:gd name="connsiteX3" fmla="*/ 18 w 1368"/>
              <a:gd name="connsiteY3" fmla="*/ 1591 h 3947"/>
              <a:gd name="connsiteX4" fmla="*/ 1030 w 1368"/>
              <a:gd name="connsiteY4" fmla="*/ 3947 h 3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68" h="3947">
                <a:moveTo>
                  <a:pt x="1085" y="759"/>
                </a:moveTo>
                <a:cubicBezTo>
                  <a:pt x="1153" y="663"/>
                  <a:pt x="1445" y="418"/>
                  <a:pt x="1349" y="246"/>
                </a:cubicBezTo>
                <a:cubicBezTo>
                  <a:pt x="1252" y="74"/>
                  <a:pt x="1183" y="-129"/>
                  <a:pt x="670" y="106"/>
                </a:cubicBezTo>
                <a:cubicBezTo>
                  <a:pt x="157" y="341"/>
                  <a:pt x="-68" y="781"/>
                  <a:pt x="18" y="1591"/>
                </a:cubicBezTo>
                <a:cubicBezTo>
                  <a:pt x="104" y="2401"/>
                  <a:pt x="816" y="3510"/>
                  <a:pt x="1030" y="3947"/>
                </a:cubicBezTo>
              </a:path>
            </a:pathLst>
          </a:custGeom>
          <a:noFill/>
          <a:ln>
            <a:solidFill>
              <a:srgbClr val="FFE29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56072" y="2296724"/>
            <a:ext cx="5480898" cy="12465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6600" dirty="0">
                <a:solidFill>
                  <a:srgbClr val="FFC000"/>
                </a:solidFill>
                <a:latin typeface="Bebas" pitchFamily="2" charset="0"/>
                <a:ea typeface="MiSans Normal" pitchFamily="2" charset="-122"/>
                <a:cs typeface="G8321 Bold" panose="00000805000000000000" charset="0"/>
              </a:rPr>
              <a:t>共享小狗陪伴</a:t>
            </a:r>
            <a:endParaRPr lang="en-US" altLang="zh-CN" sz="6600" dirty="0">
              <a:solidFill>
                <a:srgbClr val="FFC000"/>
              </a:solidFill>
              <a:latin typeface="Bebas" pitchFamily="2" charset="0"/>
              <a:ea typeface="MiSans Normal" pitchFamily="2" charset="-122"/>
              <a:cs typeface="G8321 Bold" panose="00000805000000000000" charset="0"/>
            </a:endParaRPr>
          </a:p>
        </p:txBody>
      </p:sp>
      <p:cxnSp>
        <p:nvCxnSpPr>
          <p:cNvPr id="23" name="直接连接符 22"/>
          <p:cNvCxnSpPr/>
          <p:nvPr>
            <p:custDataLst>
              <p:tags r:id="rId2"/>
            </p:custDataLst>
          </p:nvPr>
        </p:nvCxnSpPr>
        <p:spPr>
          <a:xfrm>
            <a:off x="857885" y="1003935"/>
            <a:ext cx="10325100" cy="31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>
            <p:custDataLst>
              <p:tags r:id="rId3"/>
            </p:custDataLst>
          </p:nvPr>
        </p:nvSpPr>
        <p:spPr>
          <a:xfrm>
            <a:off x="789940" y="588010"/>
            <a:ext cx="2152015" cy="2730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000" dirty="0">
                <a:solidFill>
                  <a:srgbClr val="FFE291"/>
                </a:solidFill>
                <a:latin typeface="Bebas" pitchFamily="2" charset="0"/>
                <a:ea typeface="MiSans Normal" pitchFamily="2" charset="-122"/>
                <a:cs typeface="G8321 SemiBold" panose="00000705000000000000" charset="0"/>
              </a:rPr>
              <a:t>MIND IDENTITY</a:t>
            </a:r>
          </a:p>
        </p:txBody>
      </p:sp>
      <p:sp>
        <p:nvSpPr>
          <p:cNvPr id="22" name="文本框 21"/>
          <p:cNvSpPr txBox="1"/>
          <p:nvPr>
            <p:custDataLst>
              <p:tags r:id="rId4"/>
            </p:custDataLst>
          </p:nvPr>
        </p:nvSpPr>
        <p:spPr>
          <a:xfrm>
            <a:off x="1156970" y="4359848"/>
            <a:ext cx="1840865" cy="320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zh-CN" altLang="en-US" sz="16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G8321 Medium" panose="00000605000000000000" charset="0"/>
            </a:endParaRPr>
          </a:p>
        </p:txBody>
      </p:sp>
      <p:sp>
        <p:nvSpPr>
          <p:cNvPr id="17" name="任意多边形 16"/>
          <p:cNvSpPr/>
          <p:nvPr/>
        </p:nvSpPr>
        <p:spPr>
          <a:xfrm>
            <a:off x="4387850" y="3603563"/>
            <a:ext cx="1311275" cy="833755"/>
          </a:xfrm>
          <a:custGeom>
            <a:avLst/>
            <a:gdLst>
              <a:gd name="connisteX0" fmla="*/ 0 w 1311275"/>
              <a:gd name="connsiteY0" fmla="*/ 0 h 833815"/>
              <a:gd name="connisteX1" fmla="*/ 325755 w 1311275"/>
              <a:gd name="connsiteY1" fmla="*/ 650875 h 833815"/>
              <a:gd name="connisteX2" fmla="*/ 70485 w 1311275"/>
              <a:gd name="connsiteY2" fmla="*/ 827405 h 833815"/>
              <a:gd name="connisteX3" fmla="*/ 237490 w 1311275"/>
              <a:gd name="connsiteY3" fmla="*/ 536575 h 833815"/>
              <a:gd name="connisteX4" fmla="*/ 1311275 w 1311275"/>
              <a:gd name="connsiteY4" fmla="*/ 17145 h 83381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311275" h="833815">
                <a:moveTo>
                  <a:pt x="0" y="0"/>
                </a:moveTo>
                <a:cubicBezTo>
                  <a:pt x="70485" y="126365"/>
                  <a:pt x="311785" y="485140"/>
                  <a:pt x="325755" y="650875"/>
                </a:cubicBezTo>
                <a:cubicBezTo>
                  <a:pt x="339725" y="816610"/>
                  <a:pt x="88265" y="850265"/>
                  <a:pt x="70485" y="827405"/>
                </a:cubicBezTo>
                <a:cubicBezTo>
                  <a:pt x="52705" y="804545"/>
                  <a:pt x="-10795" y="698500"/>
                  <a:pt x="237490" y="536575"/>
                </a:cubicBezTo>
                <a:cubicBezTo>
                  <a:pt x="485775" y="374650"/>
                  <a:pt x="1099820" y="114935"/>
                  <a:pt x="1311275" y="17145"/>
                </a:cubicBezTo>
              </a:path>
            </a:pathLst>
          </a:custGeom>
          <a:noFill/>
          <a:ln>
            <a:solidFill>
              <a:srgbClr val="FFE29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26" name="任意多边形 25"/>
          <p:cNvSpPr/>
          <p:nvPr/>
        </p:nvSpPr>
        <p:spPr>
          <a:xfrm>
            <a:off x="2856230" y="2652968"/>
            <a:ext cx="462280" cy="220980"/>
          </a:xfrm>
          <a:custGeom>
            <a:avLst/>
            <a:gdLst>
              <a:gd name="connisteX0" fmla="*/ 0 w 462280"/>
              <a:gd name="connsiteY0" fmla="*/ 198755 h 220957"/>
              <a:gd name="connisteX1" fmla="*/ 123190 w 462280"/>
              <a:gd name="connsiteY1" fmla="*/ 203200 h 220957"/>
              <a:gd name="connisteX2" fmla="*/ 462280 w 462280"/>
              <a:gd name="connsiteY2" fmla="*/ 0 h 22095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462280" h="220958">
                <a:moveTo>
                  <a:pt x="0" y="198755"/>
                </a:moveTo>
                <a:cubicBezTo>
                  <a:pt x="17780" y="203835"/>
                  <a:pt x="30480" y="243205"/>
                  <a:pt x="123190" y="203200"/>
                </a:cubicBezTo>
                <a:cubicBezTo>
                  <a:pt x="215900" y="163195"/>
                  <a:pt x="396875" y="40640"/>
                  <a:pt x="462280" y="0"/>
                </a:cubicBezTo>
              </a:path>
            </a:pathLst>
          </a:custGeom>
          <a:noFill/>
          <a:ln>
            <a:solidFill>
              <a:srgbClr val="FFE29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27" name="任意多边形 26"/>
          <p:cNvSpPr/>
          <p:nvPr/>
        </p:nvSpPr>
        <p:spPr>
          <a:xfrm>
            <a:off x="3437890" y="1597598"/>
            <a:ext cx="935355" cy="930275"/>
          </a:xfrm>
          <a:custGeom>
            <a:avLst/>
            <a:gdLst>
              <a:gd name="connisteX0" fmla="*/ 0 w 935355"/>
              <a:gd name="connsiteY0" fmla="*/ 930275 h 930275"/>
              <a:gd name="connisteX1" fmla="*/ 429260 w 935355"/>
              <a:gd name="connsiteY1" fmla="*/ 641350 h 930275"/>
              <a:gd name="connisteX2" fmla="*/ 935355 w 935355"/>
              <a:gd name="connsiteY2" fmla="*/ 0 h 9302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935355" h="930275">
                <a:moveTo>
                  <a:pt x="0" y="930275"/>
                </a:moveTo>
                <a:cubicBezTo>
                  <a:pt x="75565" y="885190"/>
                  <a:pt x="241935" y="827405"/>
                  <a:pt x="429260" y="641350"/>
                </a:cubicBezTo>
                <a:cubicBezTo>
                  <a:pt x="616585" y="455295"/>
                  <a:pt x="842645" y="122555"/>
                  <a:pt x="935355" y="0"/>
                </a:cubicBezTo>
              </a:path>
            </a:pathLst>
          </a:custGeom>
          <a:noFill/>
          <a:ln>
            <a:solidFill>
              <a:srgbClr val="FFE29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29" name="任意多边形 28"/>
          <p:cNvSpPr/>
          <p:nvPr/>
        </p:nvSpPr>
        <p:spPr>
          <a:xfrm>
            <a:off x="1429385" y="2644713"/>
            <a:ext cx="591820" cy="844550"/>
          </a:xfrm>
          <a:custGeom>
            <a:avLst/>
            <a:gdLst>
              <a:gd name="connisteX0" fmla="*/ 0 w 591820"/>
              <a:gd name="connsiteY0" fmla="*/ 0 h 844550"/>
              <a:gd name="connisteX1" fmla="*/ 591820 w 591820"/>
              <a:gd name="connsiteY1" fmla="*/ 844550 h 8445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591820" h="844550">
                <a:moveTo>
                  <a:pt x="0" y="0"/>
                </a:moveTo>
                <a:cubicBezTo>
                  <a:pt x="197485" y="281305"/>
                  <a:pt x="394335" y="563245"/>
                  <a:pt x="591820" y="844550"/>
                </a:cubicBezTo>
              </a:path>
            </a:pathLst>
          </a:custGeom>
          <a:noFill/>
          <a:ln>
            <a:solidFill>
              <a:srgbClr val="FFE29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9" name="任意多边形 8"/>
          <p:cNvSpPr/>
          <p:nvPr/>
        </p:nvSpPr>
        <p:spPr>
          <a:xfrm>
            <a:off x="2110740" y="2877758"/>
            <a:ext cx="946150" cy="1249680"/>
          </a:xfrm>
          <a:custGeom>
            <a:avLst/>
            <a:gdLst>
              <a:gd name="connisteX0" fmla="*/ 0 w 946150"/>
              <a:gd name="connsiteY0" fmla="*/ 742315 h 1249362"/>
              <a:gd name="connisteX1" fmla="*/ 285750 w 946150"/>
              <a:gd name="connsiteY1" fmla="*/ 1180465 h 1249362"/>
              <a:gd name="connisteX2" fmla="*/ 946150 w 946150"/>
              <a:gd name="connsiteY2" fmla="*/ 1148715 h 1249362"/>
              <a:gd name="connisteX3" fmla="*/ 285750 w 946150"/>
              <a:gd name="connsiteY3" fmla="*/ 456565 h 1249362"/>
              <a:gd name="connisteX4" fmla="*/ 596900 w 946150"/>
              <a:gd name="connsiteY4" fmla="*/ 0 h 124936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946150" h="1249363">
                <a:moveTo>
                  <a:pt x="0" y="742315"/>
                </a:moveTo>
                <a:cubicBezTo>
                  <a:pt x="43815" y="830580"/>
                  <a:pt x="96520" y="1099185"/>
                  <a:pt x="285750" y="1180465"/>
                </a:cubicBezTo>
                <a:cubicBezTo>
                  <a:pt x="474980" y="1261745"/>
                  <a:pt x="946150" y="1293495"/>
                  <a:pt x="946150" y="1148715"/>
                </a:cubicBezTo>
                <a:cubicBezTo>
                  <a:pt x="946150" y="1003935"/>
                  <a:pt x="355600" y="686435"/>
                  <a:pt x="285750" y="456565"/>
                </a:cubicBezTo>
                <a:cubicBezTo>
                  <a:pt x="215900" y="226695"/>
                  <a:pt x="521335" y="77470"/>
                  <a:pt x="596900" y="0"/>
                </a:cubicBezTo>
              </a:path>
            </a:pathLst>
          </a:custGeom>
          <a:noFill/>
          <a:ln>
            <a:solidFill>
              <a:srgbClr val="FFE29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35" y="0"/>
            <a:ext cx="12191365" cy="6857365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8089BE2-981F-9457-A385-C727C3EA182F}"/>
              </a:ext>
            </a:extLst>
          </p:cNvPr>
          <p:cNvSpPr txBox="1"/>
          <p:nvPr/>
        </p:nvSpPr>
        <p:spPr>
          <a:xfrm>
            <a:off x="8555614" y="3195223"/>
            <a:ext cx="2347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E8540"/>
                </a:solidFill>
              </a:rPr>
              <a:t>WHY?</a:t>
            </a:r>
            <a:endParaRPr lang="zh-CN" altLang="en-US" dirty="0">
              <a:solidFill>
                <a:srgbClr val="CE8540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D422143-4D29-DE17-4AE8-C4E02058BA90}"/>
              </a:ext>
            </a:extLst>
          </p:cNvPr>
          <p:cNvSpPr txBox="1"/>
          <p:nvPr/>
        </p:nvSpPr>
        <p:spPr>
          <a:xfrm>
            <a:off x="8283806" y="4473673"/>
            <a:ext cx="2743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E8540"/>
                </a:solidFill>
              </a:rPr>
              <a:t>市面上狗咖同质化严重</a:t>
            </a:r>
            <a:endParaRPr lang="en-US" altLang="zh-CN" dirty="0">
              <a:solidFill>
                <a:srgbClr val="CE8540"/>
              </a:solidFill>
            </a:endParaRPr>
          </a:p>
          <a:p>
            <a:endParaRPr lang="en-US" altLang="zh-CN" dirty="0">
              <a:solidFill>
                <a:srgbClr val="CE8540"/>
              </a:solidFill>
            </a:endParaRPr>
          </a:p>
          <a:p>
            <a:endParaRPr lang="en-US" altLang="zh-CN" dirty="0">
              <a:solidFill>
                <a:srgbClr val="CE8540"/>
              </a:solidFill>
            </a:endParaRPr>
          </a:p>
          <a:p>
            <a:r>
              <a:rPr lang="zh-CN" altLang="en-US" dirty="0">
                <a:solidFill>
                  <a:srgbClr val="CE8540"/>
                </a:solidFill>
              </a:rPr>
              <a:t>大城市工作的年轻人缺乏时间和精力养狗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D9524A17-A4EA-2F36-9602-DDD9B37274E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24231">
            <a:off x="7741170" y="4322239"/>
            <a:ext cx="484745" cy="685403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D08EB1EE-0307-3083-C716-E9E9A4233BE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24231">
            <a:off x="7741170" y="5154447"/>
            <a:ext cx="484745" cy="685403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D8901138-A709-6803-50DE-1B653C95631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851" y="3837252"/>
            <a:ext cx="1922800" cy="25732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1F0CBD-49D1-9AC7-328A-4E38BBFF0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FDBD4A61-5484-8605-84DA-E3F15E99042C}"/>
              </a:ext>
            </a:extLst>
          </p:cNvPr>
          <p:cNvSpPr/>
          <p:nvPr/>
        </p:nvSpPr>
        <p:spPr>
          <a:xfrm>
            <a:off x="733207" y="1364776"/>
            <a:ext cx="2166942" cy="1614464"/>
          </a:xfrm>
          <a:prstGeom prst="rect">
            <a:avLst/>
          </a:prstGeom>
          <a:solidFill>
            <a:srgbClr val="FFE2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C6403FE-DAFC-1FD8-1D7F-E82A3689362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054860" y="2769870"/>
            <a:ext cx="3822065" cy="106807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en-US" altLang="zh-CN" sz="8000" dirty="0" err="1">
                <a:solidFill>
                  <a:srgbClr val="CE8540"/>
                </a:solidFill>
                <a:latin typeface="Estrada Signature" panose="02000600000000000000" pitchFamily="2" charset="0"/>
                <a:ea typeface="MiSans Normal" pitchFamily="2" charset="-122"/>
                <a:cs typeface="Signatura Monoline Script" panose="02000506000000020004" charset="0"/>
              </a:rPr>
              <a:t>yogo</a:t>
            </a:r>
            <a:r>
              <a:rPr lang="en-US" altLang="zh-CN" sz="8000" dirty="0">
                <a:solidFill>
                  <a:srgbClr val="CE8540"/>
                </a:solidFill>
                <a:latin typeface="Estrada Signature" panose="02000600000000000000" pitchFamily="2" charset="0"/>
                <a:ea typeface="MiSans Normal" pitchFamily="2" charset="-122"/>
                <a:cs typeface="Signatura Monoline Script" panose="02000506000000020004" charset="0"/>
              </a:rPr>
              <a:t>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68D8D5D-4B77-2F5E-D6EC-AD903CDAE0C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5765" y="6176645"/>
            <a:ext cx="3602355" cy="3790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2000" dirty="0" err="1">
                <a:solidFill>
                  <a:srgbClr val="CE8540"/>
                </a:solidFill>
                <a:latin typeface="Bebas" pitchFamily="2" charset="0"/>
                <a:ea typeface="MiSans Normal" pitchFamily="2" charset="-122"/>
                <a:cs typeface="G8321 Medium" panose="00000605000000000000" charset="0"/>
              </a:rPr>
              <a:t>yogo</a:t>
            </a:r>
            <a:endParaRPr lang="en-US" altLang="zh-CN" sz="2000" dirty="0">
              <a:solidFill>
                <a:srgbClr val="CE8540"/>
              </a:solidFill>
              <a:latin typeface="Bebas" pitchFamily="2" charset="0"/>
              <a:ea typeface="MiSans Normal" pitchFamily="2" charset="-122"/>
              <a:cs typeface="G8321 Medium" panose="00000605000000000000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DCA30A4-A6C2-C150-C728-63E1AF86EA42}"/>
              </a:ext>
            </a:extLst>
          </p:cNvPr>
          <p:cNvSpPr/>
          <p:nvPr/>
        </p:nvSpPr>
        <p:spPr>
          <a:xfrm>
            <a:off x="242570" y="207645"/>
            <a:ext cx="11751945" cy="6470015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F27E025C-B924-6648-99D0-BD717496B9B5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234315" y="1052195"/>
            <a:ext cx="11772000" cy="571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5DD8AF0B-020D-D6AF-8AD0-C921CE0E075A}"/>
              </a:ext>
            </a:extLst>
          </p:cNvPr>
          <p:cNvSpPr/>
          <p:nvPr/>
        </p:nvSpPr>
        <p:spPr>
          <a:xfrm>
            <a:off x="9372600" y="198755"/>
            <a:ext cx="2613025" cy="871855"/>
          </a:xfrm>
          <a:prstGeom prst="rect">
            <a:avLst/>
          </a:prstGeom>
          <a:solidFill>
            <a:srgbClr val="CE854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B56AA25-1EA2-6B5B-9D9E-D777A892BF14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571625" y="404812"/>
            <a:ext cx="3419474" cy="47371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prstTxWarp prst="textPlain">
              <a:avLst/>
            </a:prstTxWarp>
            <a:noAutofit/>
          </a:bodyPr>
          <a:lstStyle/>
          <a:p>
            <a:pPr algn="ctr"/>
            <a:endParaRPr lang="en-US" altLang="zh-CN" sz="1050">
              <a:solidFill>
                <a:schemeClr val="tx1"/>
              </a:solidFill>
              <a:effectLst/>
              <a:latin typeface="Bebas" pitchFamily="2" charset="0"/>
              <a:ea typeface="MiSans Normal" pitchFamily="2" charset="-122"/>
              <a:cs typeface="G8321 SemiBold" panose="00000705000000000000" charset="0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9C23A90A-E565-4AF9-C85E-AA11FC778DEA}"/>
              </a:ext>
            </a:extLst>
          </p:cNvPr>
          <p:cNvCxnSpPr>
            <a:cxnSpLocks/>
          </p:cNvCxnSpPr>
          <p:nvPr/>
        </p:nvCxnSpPr>
        <p:spPr>
          <a:xfrm>
            <a:off x="3281362" y="674370"/>
            <a:ext cx="5880418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3FA41A2D-BBBB-0FB8-A0F1-06E5CCBBE67F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234315" y="6064885"/>
            <a:ext cx="11772000" cy="571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138C05D4-D5DF-4C3B-C47D-3B2B72009053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140585" y="2882900"/>
            <a:ext cx="2925445" cy="6775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buClrTx/>
              <a:buSzTx/>
              <a:buFontTx/>
            </a:pPr>
            <a:r>
              <a:rPr lang="zh-CN" altLang="en-US" sz="3200" b="1" dirty="0">
                <a:latin typeface="MiSans Semibold" pitchFamily="2" charset="-122"/>
                <a:ea typeface="MiSans Semibold" pitchFamily="2" charset="-122"/>
                <a:cs typeface="思源黑体 Light" panose="020B0300000000000000" charset="-122"/>
              </a:rPr>
              <a:t>友狗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6A422E6-3DB2-604E-EAFC-5915B87A3B8F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041083" y="6170930"/>
            <a:ext cx="2580005" cy="438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共享陪伴狗咖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4745B8D-3F54-E627-23EE-CE770F91C0E0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5093970" y="2882900"/>
            <a:ext cx="4277995" cy="944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友狗（</a:t>
            </a:r>
            <a:r>
              <a:rPr lang="en-US" altLang="zh-CN" sz="1200" dirty="0" err="1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yogo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），成立于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2025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年，致力于为在大城市打拼的年轻人们提供美好陪伴。我们提出共享小狗陪伴概念，以共享狗咖为起点，打造人宠和谐空间，让身处异乡的，忙于工作的，感到孤独的年轻人们都能找到“吾心安处”。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0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9BD8F2D-5D12-9D9E-6E74-C1EE1E8CE61A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814060" y="6065520"/>
            <a:ext cx="0" cy="615315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4AFCB72-DA3B-3443-B69F-8A7451C7E19B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>
            <a:off x="7928610" y="6071870"/>
            <a:ext cx="0" cy="615315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3A4CDA4-49CF-0E73-41FE-D648A6DDE5D2}"/>
              </a:ext>
            </a:extLst>
          </p:cNvPr>
          <p:cNvCxnSpPr/>
          <p:nvPr>
            <p:custDataLst>
              <p:tags r:id="rId11"/>
            </p:custDataLst>
          </p:nvPr>
        </p:nvCxnSpPr>
        <p:spPr>
          <a:xfrm>
            <a:off x="9972675" y="6057265"/>
            <a:ext cx="0" cy="615315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A7DE8F4B-C819-D5E9-28C7-9995191D8C01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6610350" y="6176645"/>
            <a:ext cx="1036955" cy="438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狗狗陪伴</a:t>
            </a:r>
            <a:endParaRPr lang="zh-CN" altLang="en-US" sz="14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4D3CFDE-2637-954D-9D1F-AD2B4F5F49A5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6217920" y="6170930"/>
            <a:ext cx="391795" cy="3790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2400" dirty="0">
                <a:latin typeface="Bebas" pitchFamily="2" charset="0"/>
                <a:ea typeface="MiSans Normal" pitchFamily="2" charset="-122"/>
                <a:cs typeface="G8321 Medium" panose="00000605000000000000" charset="0"/>
              </a:rPr>
              <a:t>D</a:t>
            </a:r>
            <a:endParaRPr lang="en-US" altLang="zh-CN" sz="2400" dirty="0">
              <a:solidFill>
                <a:schemeClr val="tx1"/>
              </a:solidFill>
              <a:latin typeface="Bebas" pitchFamily="2" charset="0"/>
              <a:ea typeface="MiSans Normal" pitchFamily="2" charset="-122"/>
              <a:cs typeface="G8321 Medium" panose="00000605000000000000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E319293-EC82-25F2-111D-33CF1ECCA734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8684895" y="6170930"/>
            <a:ext cx="1036955" cy="438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随时共享</a:t>
            </a:r>
            <a:endParaRPr lang="zh-CN" altLang="en-US" sz="14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9CEBB12-1183-4D5F-37F1-1F9DFCA2EA1D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8292465" y="6165215"/>
            <a:ext cx="391795" cy="3790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2400" dirty="0">
                <a:latin typeface="Bebas" pitchFamily="2" charset="0"/>
                <a:ea typeface="MiSans Normal" pitchFamily="2" charset="-122"/>
                <a:cs typeface="G8321 Medium" panose="00000605000000000000" charset="0"/>
              </a:rPr>
              <a:t>O</a:t>
            </a:r>
            <a:endParaRPr lang="en-US" altLang="zh-CN" sz="2400" dirty="0">
              <a:solidFill>
                <a:schemeClr val="tx1"/>
              </a:solidFill>
              <a:latin typeface="Bebas" pitchFamily="2" charset="0"/>
              <a:ea typeface="MiSans Normal" pitchFamily="2" charset="-122"/>
              <a:cs typeface="G8321 Medium" panose="00000605000000000000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96319A9-482D-0653-CB3E-6385E99CF1AA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10662285" y="6176645"/>
            <a:ext cx="1211267" cy="438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友狗不一样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B7E02C3-8663-1217-1C71-F90327BC4E07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10269855" y="6170930"/>
            <a:ext cx="391795" cy="3790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2400" dirty="0">
                <a:latin typeface="Bebas" pitchFamily="2" charset="0"/>
                <a:ea typeface="MiSans Normal" pitchFamily="2" charset="-122"/>
                <a:cs typeface="G8321 Medium" panose="00000605000000000000" charset="0"/>
              </a:rPr>
              <a:t>G</a:t>
            </a:r>
            <a:endParaRPr lang="en-US" altLang="zh-CN" sz="2400" dirty="0">
              <a:solidFill>
                <a:schemeClr val="tx1"/>
              </a:solidFill>
              <a:latin typeface="Bebas" pitchFamily="2" charset="0"/>
              <a:ea typeface="MiSans Normal" pitchFamily="2" charset="-122"/>
              <a:cs typeface="G8321 Medium" panose="00000605000000000000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69C2CE8-5933-402C-BDE6-6E723843E3BE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9639300" y="265430"/>
            <a:ext cx="2296160" cy="6203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4000" dirty="0" err="1">
                <a:solidFill>
                  <a:srgbClr val="F7F7F7"/>
                </a:solidFill>
                <a:latin typeface="Bebas" pitchFamily="2" charset="0"/>
                <a:ea typeface="MiSans Normal" pitchFamily="2" charset="-122"/>
                <a:cs typeface="G8321 SemiBold" panose="00000705000000000000" charset="0"/>
              </a:rPr>
              <a:t>yogo</a:t>
            </a:r>
            <a:endParaRPr lang="en-US" altLang="zh-CN" sz="4000" dirty="0">
              <a:solidFill>
                <a:srgbClr val="F7F7F7"/>
              </a:solidFill>
              <a:latin typeface="Bebas" pitchFamily="2" charset="0"/>
              <a:ea typeface="MiSans Normal" pitchFamily="2" charset="-122"/>
              <a:cs typeface="G8321 SemiBold" panose="00000705000000000000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9DD8D05-8F7F-4F47-A1CB-A8FF00A1B9F4}"/>
              </a:ext>
            </a:extLst>
          </p:cNvPr>
          <p:cNvSpPr/>
          <p:nvPr/>
        </p:nvSpPr>
        <p:spPr>
          <a:xfrm>
            <a:off x="635" y="0"/>
            <a:ext cx="12191365" cy="6857365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53F29B3-8F97-E67E-CCFC-A6B057929E7A}"/>
              </a:ext>
            </a:extLst>
          </p:cNvPr>
          <p:cNvSpPr txBox="1"/>
          <p:nvPr/>
        </p:nvSpPr>
        <p:spPr>
          <a:xfrm>
            <a:off x="-319406" y="342294"/>
            <a:ext cx="36055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solidFill>
                  <a:schemeClr val="tx1"/>
                </a:solidFill>
                <a:effectLst/>
                <a:latin typeface="Bebas" pitchFamily="2" charset="0"/>
                <a:ea typeface="MiSans Normal" pitchFamily="2" charset="-122"/>
                <a:cs typeface="G8321 SemiBold" panose="00000705000000000000" charset="0"/>
              </a:rPr>
              <a:t>Who are we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6A96218-F257-94C1-113B-EBBA649F472A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71" t="38757" r="32369" b="45062"/>
          <a:stretch>
            <a:fillRect/>
          </a:stretch>
        </p:blipFill>
        <p:spPr>
          <a:xfrm>
            <a:off x="733207" y="1548792"/>
            <a:ext cx="2248335" cy="1430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544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7AEAE3-C3A5-07A6-4AC0-E23601C08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9D3AAA1B-042B-61C0-0056-7267CE0A4F9E}"/>
              </a:ext>
            </a:extLst>
          </p:cNvPr>
          <p:cNvSpPr/>
          <p:nvPr/>
        </p:nvSpPr>
        <p:spPr>
          <a:xfrm>
            <a:off x="733207" y="1364776"/>
            <a:ext cx="2166942" cy="1614464"/>
          </a:xfrm>
          <a:prstGeom prst="rect">
            <a:avLst/>
          </a:prstGeom>
          <a:solidFill>
            <a:srgbClr val="FFE2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CE20563-1332-D261-CE41-64977B351FC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054860" y="2769870"/>
            <a:ext cx="3822065" cy="106807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8000" dirty="0" err="1">
                <a:solidFill>
                  <a:srgbClr val="CE8540"/>
                </a:solidFill>
                <a:latin typeface="Estrada Signature" panose="02000600000000000000" pitchFamily="2" charset="0"/>
                <a:ea typeface="MiSans Normal" pitchFamily="2" charset="-122"/>
                <a:cs typeface="Signatura Monoline Script" panose="02000506000000020004" charset="0"/>
              </a:rPr>
              <a:t>yogo</a:t>
            </a:r>
            <a:r>
              <a:rPr lang="en-US" altLang="zh-CN" sz="8000" dirty="0">
                <a:solidFill>
                  <a:srgbClr val="CE8540"/>
                </a:solidFill>
                <a:latin typeface="Estrada Signature" panose="02000600000000000000" pitchFamily="2" charset="0"/>
                <a:ea typeface="MiSans Normal" pitchFamily="2" charset="-122"/>
                <a:cs typeface="Signatura Monoline Script" panose="02000506000000020004" charset="0"/>
              </a:rPr>
              <a:t>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2FF2D49-9220-721C-0363-EDC71094AC4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5765" y="6176645"/>
            <a:ext cx="3602355" cy="3790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2000" dirty="0" err="1">
                <a:solidFill>
                  <a:srgbClr val="CE8540"/>
                </a:solidFill>
                <a:latin typeface="Bebas" pitchFamily="2" charset="0"/>
                <a:ea typeface="MiSans Normal" pitchFamily="2" charset="-122"/>
                <a:cs typeface="G8321 Medium" panose="00000605000000000000" charset="0"/>
              </a:rPr>
              <a:t>yogo</a:t>
            </a:r>
            <a:endParaRPr lang="en-US" altLang="zh-CN" sz="2000" dirty="0">
              <a:solidFill>
                <a:srgbClr val="CE8540"/>
              </a:solidFill>
              <a:latin typeface="Bebas" pitchFamily="2" charset="0"/>
              <a:ea typeface="MiSans Normal" pitchFamily="2" charset="-122"/>
              <a:cs typeface="G8321 Medium" panose="00000605000000000000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3998284-2DE9-0A8F-03E3-45731836C67A}"/>
              </a:ext>
            </a:extLst>
          </p:cNvPr>
          <p:cNvSpPr/>
          <p:nvPr/>
        </p:nvSpPr>
        <p:spPr>
          <a:xfrm>
            <a:off x="242570" y="207645"/>
            <a:ext cx="11751945" cy="6470015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8DCDE90C-22B3-967E-B513-0197FDACEE2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234315" y="1052195"/>
            <a:ext cx="11772000" cy="571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8D5C92D6-364E-24D5-CFD8-87D8D5788B33}"/>
              </a:ext>
            </a:extLst>
          </p:cNvPr>
          <p:cNvSpPr/>
          <p:nvPr/>
        </p:nvSpPr>
        <p:spPr>
          <a:xfrm>
            <a:off x="9372600" y="198755"/>
            <a:ext cx="2613025" cy="871855"/>
          </a:xfrm>
          <a:prstGeom prst="rect">
            <a:avLst/>
          </a:prstGeom>
          <a:solidFill>
            <a:srgbClr val="CE854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2C8E79F-B823-BBD5-27B8-3AAD7D43E30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571625" y="404812"/>
            <a:ext cx="3419474" cy="47371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prstTxWarp prst="textPlain">
              <a:avLst/>
            </a:prstTxWarp>
            <a:noAutofit/>
          </a:bodyPr>
          <a:lstStyle/>
          <a:p>
            <a:pPr algn="ctr"/>
            <a:endParaRPr lang="en-US" altLang="zh-CN" sz="1050">
              <a:solidFill>
                <a:schemeClr val="tx1"/>
              </a:solidFill>
              <a:effectLst/>
              <a:latin typeface="Bebas" pitchFamily="2" charset="0"/>
              <a:ea typeface="MiSans Normal" pitchFamily="2" charset="-122"/>
              <a:cs typeface="G8321 SemiBold" panose="00000705000000000000" charset="0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BADF3E34-E2F3-3C13-F803-9F79C176BBC8}"/>
              </a:ext>
            </a:extLst>
          </p:cNvPr>
          <p:cNvCxnSpPr>
            <a:cxnSpLocks/>
          </p:cNvCxnSpPr>
          <p:nvPr/>
        </p:nvCxnSpPr>
        <p:spPr>
          <a:xfrm>
            <a:off x="3281362" y="674370"/>
            <a:ext cx="5880418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685BD2B-C143-4981-73B1-CD1E4985F41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234315" y="6064885"/>
            <a:ext cx="11772000" cy="571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E17FC994-FECA-BD5B-2C0C-6866B08C572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140585" y="2882900"/>
            <a:ext cx="2925445" cy="6775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buClrTx/>
              <a:buSzTx/>
              <a:buFontTx/>
            </a:pPr>
            <a:r>
              <a:rPr lang="zh-CN" altLang="en-US" sz="3200" b="1" dirty="0">
                <a:latin typeface="MiSans Semibold" pitchFamily="2" charset="-122"/>
                <a:ea typeface="MiSans Semibold" pitchFamily="2" charset="-122"/>
                <a:cs typeface="思源黑体 Light" panose="020B0300000000000000" charset="-122"/>
              </a:rPr>
              <a:t>友狗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82880EB-6D42-8A3E-7DB1-A26B1984967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041083" y="6170930"/>
            <a:ext cx="2580005" cy="438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共享陪伴狗咖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0EE4B59-13EE-F22C-E671-199B3A1B2567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5093970" y="1435735"/>
            <a:ext cx="4277995" cy="352815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0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31D59652-A8E5-0089-114F-84D49B27D2E1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814060" y="6065520"/>
            <a:ext cx="0" cy="615315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AE0A8B1D-58E4-0B45-B11A-7B18D6B73D54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>
            <a:off x="7928610" y="6071870"/>
            <a:ext cx="0" cy="615315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CEFD4B10-CD03-EBE1-E6A1-3E8B22F8D44F}"/>
              </a:ext>
            </a:extLst>
          </p:cNvPr>
          <p:cNvCxnSpPr/>
          <p:nvPr>
            <p:custDataLst>
              <p:tags r:id="rId11"/>
            </p:custDataLst>
          </p:nvPr>
        </p:nvCxnSpPr>
        <p:spPr>
          <a:xfrm>
            <a:off x="9972675" y="6057265"/>
            <a:ext cx="0" cy="615315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12BF0F2A-ECEE-4921-2499-E96C906792E9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6610350" y="6176645"/>
            <a:ext cx="1036955" cy="438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狗狗陪伴</a:t>
            </a:r>
            <a:endParaRPr lang="zh-CN" altLang="en-US" sz="14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A4DFBFA-ECB0-59D3-DED2-6C8A3EA35FCC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6217920" y="6170930"/>
            <a:ext cx="391795" cy="3790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2400" dirty="0">
                <a:latin typeface="Bebas" pitchFamily="2" charset="0"/>
                <a:ea typeface="MiSans Normal" pitchFamily="2" charset="-122"/>
                <a:cs typeface="G8321 Medium" panose="00000605000000000000" charset="0"/>
              </a:rPr>
              <a:t>D</a:t>
            </a:r>
            <a:endParaRPr lang="en-US" altLang="zh-CN" sz="2400" dirty="0">
              <a:solidFill>
                <a:schemeClr val="tx1"/>
              </a:solidFill>
              <a:latin typeface="Bebas" pitchFamily="2" charset="0"/>
              <a:ea typeface="MiSans Normal" pitchFamily="2" charset="-122"/>
              <a:cs typeface="G8321 Medium" panose="00000605000000000000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DE25DDB-AC1A-58B2-05BF-65CA9EE3D8A0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8684895" y="6170930"/>
            <a:ext cx="1036955" cy="438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随时共享</a:t>
            </a:r>
            <a:endParaRPr lang="zh-CN" altLang="en-US" sz="14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9E4DFBD-E816-C3E4-04E6-48DA9533DB51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8292465" y="6165215"/>
            <a:ext cx="391795" cy="3790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2400" dirty="0">
                <a:latin typeface="Bebas" pitchFamily="2" charset="0"/>
                <a:ea typeface="MiSans Normal" pitchFamily="2" charset="-122"/>
                <a:cs typeface="G8321 Medium" panose="00000605000000000000" charset="0"/>
              </a:rPr>
              <a:t>O</a:t>
            </a:r>
            <a:endParaRPr lang="en-US" altLang="zh-CN" sz="2400" dirty="0">
              <a:solidFill>
                <a:schemeClr val="tx1"/>
              </a:solidFill>
              <a:latin typeface="Bebas" pitchFamily="2" charset="0"/>
              <a:ea typeface="MiSans Normal" pitchFamily="2" charset="-122"/>
              <a:cs typeface="G8321 Medium" panose="00000605000000000000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572BE5F-28A3-8E2F-243E-85FECC0B169D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10662285" y="6176645"/>
            <a:ext cx="1211267" cy="438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友狗不一样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CF70F54-9FCC-7FD8-BD97-9DEBD2D93C36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10269855" y="6170930"/>
            <a:ext cx="391795" cy="3790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2400" dirty="0">
                <a:latin typeface="Bebas" pitchFamily="2" charset="0"/>
                <a:ea typeface="MiSans Normal" pitchFamily="2" charset="-122"/>
                <a:cs typeface="G8321 Medium" panose="00000605000000000000" charset="0"/>
              </a:rPr>
              <a:t>G</a:t>
            </a:r>
            <a:endParaRPr lang="en-US" altLang="zh-CN" sz="2400" dirty="0">
              <a:solidFill>
                <a:schemeClr val="tx1"/>
              </a:solidFill>
              <a:latin typeface="Bebas" pitchFamily="2" charset="0"/>
              <a:ea typeface="MiSans Normal" pitchFamily="2" charset="-122"/>
              <a:cs typeface="G8321 Medium" panose="00000605000000000000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3A91989-0132-81DA-B4F9-AAF7FD95C7C0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9639300" y="265430"/>
            <a:ext cx="2296160" cy="6203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4000" dirty="0" err="1">
                <a:solidFill>
                  <a:srgbClr val="F7F7F7"/>
                </a:solidFill>
                <a:latin typeface="Bebas" pitchFamily="2" charset="0"/>
                <a:ea typeface="MiSans Normal" pitchFamily="2" charset="-122"/>
                <a:cs typeface="G8321 SemiBold" panose="00000705000000000000" charset="0"/>
              </a:rPr>
              <a:t>yogo</a:t>
            </a:r>
            <a:endParaRPr lang="en-US" altLang="zh-CN" sz="4000" dirty="0">
              <a:solidFill>
                <a:srgbClr val="F7F7F7"/>
              </a:solidFill>
              <a:latin typeface="Bebas" pitchFamily="2" charset="0"/>
              <a:ea typeface="MiSans Normal" pitchFamily="2" charset="-122"/>
              <a:cs typeface="G8321 SemiBold" panose="00000705000000000000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7DD244E-6FBE-124F-E8A4-8BF8D8ACDCBE}"/>
              </a:ext>
            </a:extLst>
          </p:cNvPr>
          <p:cNvSpPr/>
          <p:nvPr/>
        </p:nvSpPr>
        <p:spPr>
          <a:xfrm>
            <a:off x="635" y="0"/>
            <a:ext cx="12191365" cy="6857365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0CAAE4D-4FE0-CFF6-C6FA-59E690D94890}"/>
              </a:ext>
            </a:extLst>
          </p:cNvPr>
          <p:cNvSpPr txBox="1"/>
          <p:nvPr/>
        </p:nvSpPr>
        <p:spPr>
          <a:xfrm>
            <a:off x="-319406" y="342294"/>
            <a:ext cx="36055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latin typeface="Bebas" pitchFamily="2" charset="0"/>
                <a:ea typeface="MiSans Normal" pitchFamily="2" charset="-122"/>
                <a:cs typeface="G8321 SemiBold" panose="00000705000000000000" charset="0"/>
              </a:rPr>
              <a:t>SLOGAN</a:t>
            </a:r>
            <a:endParaRPr lang="en-US" altLang="zh-CN" sz="3200" dirty="0">
              <a:solidFill>
                <a:schemeClr val="tx1"/>
              </a:solidFill>
              <a:effectLst/>
              <a:latin typeface="Bebas" pitchFamily="2" charset="0"/>
              <a:ea typeface="MiSans Normal" pitchFamily="2" charset="-122"/>
              <a:cs typeface="G8321 SemiBold" panose="00000705000000000000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F73917F-1A4B-EE27-2E42-3F9C5618270C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71" t="38757" r="32369" b="45062"/>
          <a:stretch>
            <a:fillRect/>
          </a:stretch>
        </p:blipFill>
        <p:spPr>
          <a:xfrm>
            <a:off x="733207" y="1548792"/>
            <a:ext cx="2248335" cy="143044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453768-C57A-7026-0626-47DC37D193FF}"/>
              </a:ext>
            </a:extLst>
          </p:cNvPr>
          <p:cNvSpPr txBox="1"/>
          <p:nvPr/>
        </p:nvSpPr>
        <p:spPr>
          <a:xfrm>
            <a:off x="6315077" y="1999123"/>
            <a:ext cx="6587412" cy="2432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300000"/>
              </a:lnSpc>
            </a:pPr>
            <a:r>
              <a:rPr lang="zh-CN" altLang="en-US" dirty="0"/>
              <a:t>企业愿景：汪汪汪汪汪</a:t>
            </a:r>
            <a:endParaRPr lang="en-US" altLang="zh-CN" dirty="0"/>
          </a:p>
          <a:p>
            <a:pPr>
              <a:lnSpc>
                <a:spcPct val="300000"/>
              </a:lnSpc>
            </a:pPr>
            <a:r>
              <a:rPr lang="zh-CN" altLang="en-US" dirty="0"/>
              <a:t>企业责任：汪汪汪汪汪</a:t>
            </a:r>
            <a:endParaRPr lang="en-US" altLang="zh-CN" dirty="0"/>
          </a:p>
          <a:p>
            <a:pPr>
              <a:lnSpc>
                <a:spcPct val="300000"/>
              </a:lnSpc>
            </a:pPr>
            <a:r>
              <a:rPr lang="zh-CN" altLang="en-US" dirty="0"/>
              <a:t>核心价值观：汪汪汪汪汪</a:t>
            </a:r>
          </a:p>
        </p:txBody>
      </p:sp>
    </p:spTree>
    <p:extLst>
      <p:ext uri="{BB962C8B-B14F-4D97-AF65-F5344CB8AC3E}">
        <p14:creationId xmlns:p14="http://schemas.microsoft.com/office/powerpoint/2010/main" val="2113042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8196580" y="1119426"/>
            <a:ext cx="3368040" cy="1028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en-US" altLang="zh-CN" sz="4800" dirty="0">
                <a:solidFill>
                  <a:srgbClr val="FFE291"/>
                </a:solidFill>
                <a:latin typeface="Bebas" pitchFamily="2" charset="0"/>
                <a:ea typeface="MiSans Normal" pitchFamily="2" charset="-122"/>
                <a:cs typeface="G8321 Bold" panose="00000805000000000000" charset="0"/>
              </a:rPr>
              <a:t>We</a:t>
            </a:r>
          </a:p>
          <a:p>
            <a:pPr algn="r"/>
            <a:r>
              <a:rPr lang="en-US" altLang="zh-CN" sz="4800" dirty="0">
                <a:solidFill>
                  <a:srgbClr val="FFE291"/>
                </a:solidFill>
                <a:latin typeface="Bebas" pitchFamily="2" charset="0"/>
                <a:ea typeface="MiSans Normal" pitchFamily="2" charset="-122"/>
                <a:cs typeface="G8321 Bold" panose="00000805000000000000" charset="0"/>
              </a:rPr>
              <a:t>provide</a:t>
            </a: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10538460" y="2180165"/>
            <a:ext cx="1026160" cy="7715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en-US" altLang="zh-CN" sz="4000" dirty="0">
                <a:solidFill>
                  <a:schemeClr val="tx1"/>
                </a:solidFill>
                <a:latin typeface="Bebas" pitchFamily="2" charset="0"/>
                <a:ea typeface="MiSans Normal" pitchFamily="2" charset="-122"/>
                <a:cs typeface="G8321 SemiBold" panose="00000705000000000000" charset="0"/>
              </a:rPr>
              <a:t>01</a:t>
            </a:r>
          </a:p>
        </p:txBody>
      </p:sp>
      <p:sp>
        <p:nvSpPr>
          <p:cNvPr id="24" name="文本框 23"/>
          <p:cNvSpPr txBox="1"/>
          <p:nvPr>
            <p:custDataLst>
              <p:tags r:id="rId3"/>
            </p:custDataLst>
          </p:nvPr>
        </p:nvSpPr>
        <p:spPr>
          <a:xfrm>
            <a:off x="4965272" y="3517313"/>
            <a:ext cx="6573520" cy="8985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我们狗咖将通过租赁小狗的方式，给顾客提供带走小狗的体验，让你在吃饭，散步等多种生活场景中拥有一个狗搭子，从而不用再费心寻找一个人类搭子，也不用担心一个人出门的尴尬了</a:t>
            </a:r>
          </a:p>
        </p:txBody>
      </p:sp>
      <p:sp>
        <p:nvSpPr>
          <p:cNvPr id="16" name="文本框 15"/>
          <p:cNvSpPr txBox="1"/>
          <p:nvPr>
            <p:custDataLst>
              <p:tags r:id="rId4"/>
            </p:custDataLst>
          </p:nvPr>
        </p:nvSpPr>
        <p:spPr>
          <a:xfrm>
            <a:off x="10131107" y="3148355"/>
            <a:ext cx="1840865" cy="320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16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G8321 Medium" panose="00000605000000000000" charset="0"/>
              </a:rPr>
              <a:t>共享陪伴狗咖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10907395" y="6356350"/>
            <a:ext cx="704850" cy="365125"/>
          </a:xfrm>
        </p:spPr>
        <p:txBody>
          <a:bodyPr/>
          <a:lstStyle/>
          <a:p>
            <a:r>
              <a:rPr lang="en-US" altLang="zh-CN">
                <a:latin typeface="Bebas" pitchFamily="2" charset="0"/>
                <a:cs typeface="G8321 Medium" panose="00000605000000000000" charset="0"/>
              </a:rPr>
              <a:t>0</a:t>
            </a:r>
            <a:fld id="{9A0DB2DC-4C9A-4742-B13C-FB6460FD3503}" type="slidenum">
              <a:rPr lang="en-US" altLang="zh-CN" smtClean="0">
                <a:latin typeface="Bebas" pitchFamily="2" charset="0"/>
                <a:cs typeface="G8321 Medium" panose="00000605000000000000" charset="0"/>
              </a:rPr>
              <a:t>10</a:t>
            </a:fld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35" y="0"/>
            <a:ext cx="12191365" cy="6857365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27CE582-94F1-D677-0DE8-1AB689E88B05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732" y="1070610"/>
            <a:ext cx="3232550" cy="2155033"/>
          </a:xfrm>
          <a:prstGeom prst="rect">
            <a:avLst/>
          </a:prstGeom>
          <a:ln w="57150">
            <a:solidFill>
              <a:srgbClr val="FFE291"/>
            </a:solidFill>
          </a:ln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096D3B16-B9A0-931E-918F-81A4187B4C9B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638" y="1070610"/>
            <a:ext cx="3687925" cy="4917233"/>
          </a:xfrm>
          <a:prstGeom prst="rect">
            <a:avLst/>
          </a:prstGeom>
          <a:ln w="57150">
            <a:solidFill>
              <a:srgbClr val="FFE291"/>
            </a:solidFill>
          </a:ln>
        </p:spPr>
      </p:pic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 rot="21300000">
            <a:off x="808072" y="4447099"/>
            <a:ext cx="4807585" cy="154241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8000" dirty="0">
                <a:solidFill>
                  <a:srgbClr val="FFE291"/>
                </a:solidFill>
                <a:latin typeface="Estrada Signature" panose="02000600000000000000" pitchFamily="2" charset="0"/>
                <a:ea typeface="MiSans Normal" pitchFamily="2" charset="-122"/>
                <a:cs typeface="Signatura Monoline Script" panose="02000506000000020004" charset="0"/>
                <a:sym typeface="+mn-ea"/>
              </a:rPr>
              <a:t>Shared-</a:t>
            </a:r>
          </a:p>
          <a:p>
            <a:pPr algn="l"/>
            <a:r>
              <a:rPr lang="en-US" altLang="zh-CN" sz="8000" dirty="0">
                <a:solidFill>
                  <a:srgbClr val="FFE291"/>
                </a:solidFill>
                <a:latin typeface="Estrada Signature" panose="02000600000000000000" pitchFamily="2" charset="0"/>
                <a:ea typeface="MiSans Normal" pitchFamily="2" charset="-122"/>
                <a:cs typeface="Signatura Monoline Script" panose="02000506000000020004" charset="0"/>
                <a:sym typeface="+mn-ea"/>
              </a:rPr>
              <a:t>Company</a:t>
            </a:r>
          </a:p>
          <a:p>
            <a:pPr algn="l"/>
            <a:r>
              <a:rPr lang="en-US" altLang="zh-CN" sz="8000" dirty="0">
                <a:solidFill>
                  <a:srgbClr val="FFE291"/>
                </a:solidFill>
                <a:latin typeface="Estrada Signature" panose="02000600000000000000" pitchFamily="2" charset="0"/>
                <a:ea typeface="MiSans Normal" pitchFamily="2" charset="-122"/>
                <a:cs typeface="Signatura Monoline Script" panose="02000506000000020004" charset="0"/>
                <a:sym typeface="+mn-ea"/>
              </a:rPr>
              <a:t>Dog</a:t>
            </a:r>
          </a:p>
          <a:p>
            <a:pPr algn="l"/>
            <a:r>
              <a:rPr lang="en-US" altLang="zh-CN" sz="8000" dirty="0">
                <a:solidFill>
                  <a:srgbClr val="FFE291"/>
                </a:solidFill>
                <a:latin typeface="Estrada Signature" panose="02000600000000000000" pitchFamily="2" charset="0"/>
                <a:ea typeface="MiSans Normal" pitchFamily="2" charset="-122"/>
                <a:cs typeface="Signatura Monoline Script" panose="02000506000000020004" charset="0"/>
                <a:sym typeface="+mn-ea"/>
              </a:rPr>
              <a:t>cafe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32E6396D-D66E-3C93-F428-13476A0240F7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7348" y="3390049"/>
            <a:ext cx="7342526" cy="3812863"/>
          </a:xfrm>
          <a:prstGeom prst="rect">
            <a:avLst/>
          </a:prstGeom>
        </p:spPr>
      </p:pic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5EAAD373-256B-1923-C183-5860F3C8B0F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241119" y="259080"/>
            <a:ext cx="258635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DA5B87CE-0725-62A5-2AAE-BA52E99FDC3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234134" y="796290"/>
            <a:ext cx="258635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9AC76ECA-010A-CAC1-FC2A-562CD014E771}"/>
              </a:ext>
            </a:extLst>
          </p:cNvPr>
          <p:cNvCxnSpPr/>
          <p:nvPr/>
        </p:nvCxnSpPr>
        <p:spPr>
          <a:xfrm flipH="1">
            <a:off x="323669" y="27114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1433C896-830E-FDE5-E9B8-4EE21533631E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 flipH="1">
            <a:off x="483054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1FBBB26F-4296-E80E-EF99-5D7EA72BFEC6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 flipH="1">
            <a:off x="642439" y="27368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66BC8210-13A7-1750-7057-DB4733D2B9EB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 flipH="1">
            <a:off x="793569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F7D6BBF5-AF1A-C530-6C2C-E6BDE2594FAC}"/>
              </a:ext>
            </a:extLst>
          </p:cNvPr>
          <p:cNvCxnSpPr/>
          <p:nvPr>
            <p:custDataLst>
              <p:tags r:id="rId11"/>
            </p:custDataLst>
          </p:nvPr>
        </p:nvCxnSpPr>
        <p:spPr>
          <a:xfrm flipH="1">
            <a:off x="920569" y="27305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D0268FE6-84F3-11C3-3FEE-EDE7B9F4BEA8}"/>
              </a:ext>
            </a:extLst>
          </p:cNvPr>
          <p:cNvCxnSpPr/>
          <p:nvPr>
            <p:custDataLst>
              <p:tags r:id="rId12"/>
            </p:custDataLst>
          </p:nvPr>
        </p:nvCxnSpPr>
        <p:spPr>
          <a:xfrm flipH="1">
            <a:off x="1079954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8A77B71A-22D8-E32A-8563-7B2794E8A066}"/>
              </a:ext>
            </a:extLst>
          </p:cNvPr>
          <p:cNvCxnSpPr/>
          <p:nvPr>
            <p:custDataLst>
              <p:tags r:id="rId13"/>
            </p:custDataLst>
          </p:nvPr>
        </p:nvCxnSpPr>
        <p:spPr>
          <a:xfrm flipH="1">
            <a:off x="1239339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68F7D2DF-B758-8700-F120-3342E5B66858}"/>
              </a:ext>
            </a:extLst>
          </p:cNvPr>
          <p:cNvCxnSpPr/>
          <p:nvPr>
            <p:custDataLst>
              <p:tags r:id="rId14"/>
            </p:custDataLst>
          </p:nvPr>
        </p:nvCxnSpPr>
        <p:spPr>
          <a:xfrm flipH="1">
            <a:off x="1390469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A688AA02-9CDA-A63B-517A-7ADB9B4109AB}"/>
              </a:ext>
            </a:extLst>
          </p:cNvPr>
          <p:cNvCxnSpPr/>
          <p:nvPr>
            <p:custDataLst>
              <p:tags r:id="rId15"/>
            </p:custDataLst>
          </p:nvPr>
        </p:nvCxnSpPr>
        <p:spPr>
          <a:xfrm flipH="1">
            <a:off x="1512389" y="27305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588B3074-9EF3-73C0-08B5-C315F667D561}"/>
              </a:ext>
            </a:extLst>
          </p:cNvPr>
          <p:cNvCxnSpPr/>
          <p:nvPr>
            <p:custDataLst>
              <p:tags r:id="rId16"/>
            </p:custDataLst>
          </p:nvPr>
        </p:nvCxnSpPr>
        <p:spPr>
          <a:xfrm flipH="1">
            <a:off x="1671774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19E336DE-774C-DAD5-8A40-648A3951C91F}"/>
              </a:ext>
            </a:extLst>
          </p:cNvPr>
          <p:cNvCxnSpPr/>
          <p:nvPr>
            <p:custDataLst>
              <p:tags r:id="rId17"/>
            </p:custDataLst>
          </p:nvPr>
        </p:nvCxnSpPr>
        <p:spPr>
          <a:xfrm flipH="1">
            <a:off x="1831159" y="27559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E6969F70-6C6A-97DE-F414-64371E834F07}"/>
              </a:ext>
            </a:extLst>
          </p:cNvPr>
          <p:cNvCxnSpPr/>
          <p:nvPr>
            <p:custDataLst>
              <p:tags r:id="rId18"/>
            </p:custDataLst>
          </p:nvPr>
        </p:nvCxnSpPr>
        <p:spPr>
          <a:xfrm flipH="1">
            <a:off x="1982289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4CB32FA4-21D0-469D-2C24-788347364969}"/>
              </a:ext>
            </a:extLst>
          </p:cNvPr>
          <p:cNvCxnSpPr/>
          <p:nvPr>
            <p:custDataLst>
              <p:tags r:id="rId19"/>
            </p:custDataLst>
          </p:nvPr>
        </p:nvCxnSpPr>
        <p:spPr>
          <a:xfrm flipH="1">
            <a:off x="2121354" y="27114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18C0E0BF-6334-D448-6365-D82C6222DD5E}"/>
              </a:ext>
            </a:extLst>
          </p:cNvPr>
          <p:cNvCxnSpPr/>
          <p:nvPr>
            <p:custDataLst>
              <p:tags r:id="rId20"/>
            </p:custDataLst>
          </p:nvPr>
        </p:nvCxnSpPr>
        <p:spPr>
          <a:xfrm flipH="1">
            <a:off x="2280739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12C6963F-C4D3-98F1-73EC-99E02456CF4D}"/>
              </a:ext>
            </a:extLst>
          </p:cNvPr>
          <p:cNvCxnSpPr/>
          <p:nvPr>
            <p:custDataLst>
              <p:tags r:id="rId21"/>
            </p:custDataLst>
          </p:nvPr>
        </p:nvCxnSpPr>
        <p:spPr>
          <a:xfrm flipH="1">
            <a:off x="2440124" y="27368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37C6055C-0549-06E4-356B-C17B1BDE8114}"/>
              </a:ext>
            </a:extLst>
          </p:cNvPr>
          <p:cNvCxnSpPr/>
          <p:nvPr>
            <p:custDataLst>
              <p:tags r:id="rId22"/>
            </p:custDataLst>
          </p:nvPr>
        </p:nvCxnSpPr>
        <p:spPr>
          <a:xfrm flipH="1">
            <a:off x="2591254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13E5C829-0A4D-B96D-0A08-059E0D10F9C6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323669" y="342900"/>
            <a:ext cx="2386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00000"/>
              </a:lnSpc>
            </a:pPr>
            <a:r>
              <a:rPr lang="zh-CN" altLang="en-US" b="1" dirty="0">
                <a:latin typeface="MiSans Semibold" pitchFamily="2" charset="-122"/>
                <a:ea typeface="MiSans Semibold" pitchFamily="2" charset="-122"/>
                <a:cs typeface="思源黑体" panose="020B0500000000000000" charset="-122"/>
              </a:rPr>
              <a:t>前期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/>
        </p:nvSpPr>
        <p:spPr>
          <a:xfrm rot="17940000">
            <a:off x="3986808" y="1204030"/>
            <a:ext cx="767782" cy="1013728"/>
          </a:xfrm>
          <a:custGeom>
            <a:avLst/>
            <a:gdLst>
              <a:gd name="connsiteX0" fmla="*/ 268 w 1209"/>
              <a:gd name="connsiteY0" fmla="*/ 0 h 1596"/>
              <a:gd name="connsiteX1" fmla="*/ 1207 w 1209"/>
              <a:gd name="connsiteY1" fmla="*/ 1322 h 1596"/>
              <a:gd name="connsiteX2" fmla="*/ 18 w 1209"/>
              <a:gd name="connsiteY2" fmla="*/ 1573 h 1596"/>
              <a:gd name="connsiteX3" fmla="*/ 625 w 1209"/>
              <a:gd name="connsiteY3" fmla="*/ 1342 h 1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09" h="1596">
                <a:moveTo>
                  <a:pt x="268" y="0"/>
                </a:moveTo>
                <a:cubicBezTo>
                  <a:pt x="425" y="164"/>
                  <a:pt x="1253" y="949"/>
                  <a:pt x="1207" y="1322"/>
                </a:cubicBezTo>
                <a:cubicBezTo>
                  <a:pt x="1161" y="1695"/>
                  <a:pt x="159" y="1583"/>
                  <a:pt x="18" y="1573"/>
                </a:cubicBezTo>
                <a:cubicBezTo>
                  <a:pt x="-123" y="1563"/>
                  <a:pt x="598" y="1336"/>
                  <a:pt x="625" y="1342"/>
                </a:cubicBezTo>
              </a:path>
            </a:pathLst>
          </a:custGeom>
          <a:noFill/>
          <a:ln>
            <a:solidFill>
              <a:srgbClr val="CE854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5428932" y="858520"/>
            <a:ext cx="6254115" cy="11874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400" dirty="0">
                <a:solidFill>
                  <a:srgbClr val="CE8540"/>
                </a:solidFill>
                <a:latin typeface="Bebas" pitchFamily="2" charset="0"/>
                <a:ea typeface="MiSans Normal" pitchFamily="2" charset="-122"/>
                <a:cs typeface="G8321 Bold" panose="00000805000000000000" charset="0"/>
              </a:rPr>
              <a:t>We</a:t>
            </a:r>
          </a:p>
          <a:p>
            <a:r>
              <a:rPr lang="en-US" altLang="zh-CN" sz="4400" dirty="0">
                <a:solidFill>
                  <a:srgbClr val="CE8540"/>
                </a:solidFill>
                <a:latin typeface="Bebas" pitchFamily="2" charset="0"/>
                <a:ea typeface="MiSans Normal" pitchFamily="2" charset="-122"/>
                <a:cs typeface="G8321 Bold" panose="00000805000000000000" charset="0"/>
              </a:rPr>
              <a:t>provide</a:t>
            </a:r>
          </a:p>
        </p:txBody>
      </p:sp>
      <p:sp>
        <p:nvSpPr>
          <p:cNvPr id="17" name="文本框 16"/>
          <p:cNvSpPr txBox="1"/>
          <p:nvPr>
            <p:custDataLst>
              <p:tags r:id="rId2"/>
            </p:custDataLst>
          </p:nvPr>
        </p:nvSpPr>
        <p:spPr>
          <a:xfrm>
            <a:off x="5414010" y="2577147"/>
            <a:ext cx="2825750" cy="1645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45000"/>
              </a:lnSpc>
            </a:pPr>
            <a:r>
              <a:rPr lang="zh-CN" altLang="zh-CN" sz="1000" dirty="0">
                <a:ea typeface="MiSans Normal" pitchFamily="2" charset="-122"/>
              </a:rPr>
              <a:t>对于那些上班时间长，没时间遛狗的顾客，我们提供白日寄存服务，这时，顾客可以让小狗充当我们店内的临时员工，同意此项规则的顾客可以免费寄存小狗</a:t>
            </a:r>
            <a:endParaRPr lang="zh-CN" altLang="en-US" sz="1000" dirty="0">
              <a:ea typeface="MiSans Normal" pitchFamily="2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5380355" y="2216824"/>
            <a:ext cx="1594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MiSans Semibold" pitchFamily="2" charset="-122"/>
                <a:ea typeface="MiSans Semibold" pitchFamily="2" charset="-122"/>
                <a:cs typeface="思源黑体 Light" panose="020B0300000000000000" charset="-122"/>
              </a:rPr>
              <a:t>白日寄存服务</a:t>
            </a: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5492750" y="4393426"/>
            <a:ext cx="10629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MiSans Semibold" pitchFamily="2" charset="-122"/>
                <a:ea typeface="MiSans Semibold" pitchFamily="2" charset="-122"/>
                <a:cs typeface="思源黑体 Light" panose="020B0300000000000000" charset="-122"/>
              </a:rPr>
              <a:t>寄存品种</a:t>
            </a:r>
          </a:p>
        </p:txBody>
      </p:sp>
      <p:cxnSp>
        <p:nvCxnSpPr>
          <p:cNvPr id="21" name="直接连接符 20"/>
          <p:cNvCxnSpPr/>
          <p:nvPr>
            <p:custDataLst>
              <p:tags r:id="rId5"/>
            </p:custDataLst>
          </p:nvPr>
        </p:nvCxnSpPr>
        <p:spPr>
          <a:xfrm>
            <a:off x="5664478" y="5138102"/>
            <a:ext cx="258635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>
            <p:custDataLst>
              <p:tags r:id="rId6"/>
            </p:custDataLst>
          </p:nvPr>
        </p:nvCxnSpPr>
        <p:spPr>
          <a:xfrm>
            <a:off x="5657493" y="5755957"/>
            <a:ext cx="258635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圆角矩形 14"/>
          <p:cNvSpPr/>
          <p:nvPr/>
        </p:nvSpPr>
        <p:spPr>
          <a:xfrm>
            <a:off x="5817513" y="5288597"/>
            <a:ext cx="316865" cy="316865"/>
          </a:xfrm>
          <a:prstGeom prst="roundRect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18" name="圆角矩形 17"/>
          <p:cNvSpPr/>
          <p:nvPr>
            <p:custDataLst>
              <p:tags r:id="rId7"/>
            </p:custDataLst>
          </p:nvPr>
        </p:nvSpPr>
        <p:spPr>
          <a:xfrm>
            <a:off x="6314083" y="5288597"/>
            <a:ext cx="316865" cy="316865"/>
          </a:xfrm>
          <a:prstGeom prst="roundRect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8"/>
            </p:custDataLst>
          </p:nvPr>
        </p:nvSpPr>
        <p:spPr>
          <a:xfrm>
            <a:off x="6810653" y="5288597"/>
            <a:ext cx="316865" cy="316865"/>
          </a:xfrm>
          <a:prstGeom prst="roundRect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20" name="圆角矩形 19"/>
          <p:cNvSpPr/>
          <p:nvPr>
            <p:custDataLst>
              <p:tags r:id="rId9"/>
            </p:custDataLst>
          </p:nvPr>
        </p:nvSpPr>
        <p:spPr>
          <a:xfrm>
            <a:off x="7307223" y="5288597"/>
            <a:ext cx="316865" cy="316865"/>
          </a:xfrm>
          <a:prstGeom prst="roundRect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10"/>
            </p:custDataLst>
          </p:nvPr>
        </p:nvSpPr>
        <p:spPr>
          <a:xfrm>
            <a:off x="7803793" y="5288597"/>
            <a:ext cx="316865" cy="316865"/>
          </a:xfrm>
          <a:prstGeom prst="roundRect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cxnSp>
        <p:nvCxnSpPr>
          <p:cNvPr id="16" name="直接连接符 15"/>
          <p:cNvCxnSpPr/>
          <p:nvPr>
            <p:custDataLst>
              <p:tags r:id="rId11"/>
            </p:custDataLst>
          </p:nvPr>
        </p:nvCxnSpPr>
        <p:spPr>
          <a:xfrm>
            <a:off x="5492750" y="1680845"/>
            <a:ext cx="567753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任意多边形 30"/>
          <p:cNvSpPr/>
          <p:nvPr/>
        </p:nvSpPr>
        <p:spPr>
          <a:xfrm>
            <a:off x="5276850" y="3025140"/>
            <a:ext cx="6969760" cy="1175998"/>
          </a:xfrm>
          <a:custGeom>
            <a:avLst/>
            <a:gdLst>
              <a:gd name="connsiteX0" fmla="*/ 0 w 10976"/>
              <a:gd name="connsiteY0" fmla="*/ 935 h 1851"/>
              <a:gd name="connsiteX1" fmla="*/ 438 w 10976"/>
              <a:gd name="connsiteY1" fmla="*/ 858 h 1851"/>
              <a:gd name="connsiteX2" fmla="*/ 1380 w 10976"/>
              <a:gd name="connsiteY2" fmla="*/ 807 h 1851"/>
              <a:gd name="connsiteX3" fmla="*/ 3371 w 10976"/>
              <a:gd name="connsiteY3" fmla="*/ 1064 h 1851"/>
              <a:gd name="connsiteX4" fmla="*/ 4685 w 10976"/>
              <a:gd name="connsiteY4" fmla="*/ 1806 h 1851"/>
              <a:gd name="connsiteX5" fmla="*/ 4715 w 10976"/>
              <a:gd name="connsiteY5" fmla="*/ 1345 h 1851"/>
              <a:gd name="connsiteX6" fmla="*/ 10976 w 10976"/>
              <a:gd name="connsiteY6" fmla="*/ 0 h 1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76" h="1852">
                <a:moveTo>
                  <a:pt x="0" y="935"/>
                </a:moveTo>
                <a:cubicBezTo>
                  <a:pt x="69" y="921"/>
                  <a:pt x="163" y="884"/>
                  <a:pt x="438" y="858"/>
                </a:cubicBezTo>
                <a:cubicBezTo>
                  <a:pt x="714" y="833"/>
                  <a:pt x="794" y="766"/>
                  <a:pt x="1380" y="807"/>
                </a:cubicBezTo>
                <a:cubicBezTo>
                  <a:pt x="1967" y="847"/>
                  <a:pt x="2710" y="864"/>
                  <a:pt x="3371" y="1064"/>
                </a:cubicBezTo>
                <a:cubicBezTo>
                  <a:pt x="4031" y="1263"/>
                  <a:pt x="4770" y="1653"/>
                  <a:pt x="4685" y="1806"/>
                </a:cubicBezTo>
                <a:cubicBezTo>
                  <a:pt x="4600" y="1960"/>
                  <a:pt x="3457" y="1707"/>
                  <a:pt x="4715" y="1345"/>
                </a:cubicBezTo>
                <a:cubicBezTo>
                  <a:pt x="5973" y="984"/>
                  <a:pt x="9335" y="367"/>
                  <a:pt x="10976" y="0"/>
                </a:cubicBezTo>
              </a:path>
            </a:pathLst>
          </a:custGeom>
          <a:noFill/>
          <a:ln>
            <a:solidFill>
              <a:srgbClr val="CE854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0808970" y="6356350"/>
            <a:ext cx="544830" cy="365125"/>
          </a:xfrm>
        </p:spPr>
        <p:txBody>
          <a:bodyPr/>
          <a:lstStyle/>
          <a:p>
            <a:fld id="{565CE74E-AB26-4998-AD42-012C4C1AD076}" type="slidenum">
              <a:rPr lang="en-US" altLang="zh-CN" smtClean="0">
                <a:latin typeface="Bebas" pitchFamily="2" charset="0"/>
                <a:cs typeface="G8321 Medium" panose="00000605000000000000" charset="0"/>
              </a:rPr>
              <a:t>11</a:t>
            </a:fld>
            <a:fld id="{565CE74E-AB26-4998-AD42-012C4C1AD076}" type="slidenum">
              <a:rPr lang="zh-CN" altLang="en-US" smtClean="0">
                <a:latin typeface="Bebas" pitchFamily="2" charset="0"/>
                <a:cs typeface="G8321 Medium" panose="00000605000000000000" charset="0"/>
              </a:rPr>
              <a:t>11</a:t>
            </a:fld>
            <a:endParaRPr lang="zh-CN" altLang="en-US">
              <a:latin typeface="Bebas" pitchFamily="2" charset="0"/>
              <a:cs typeface="G8321 Medium" panose="00000605000000000000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" y="0"/>
            <a:ext cx="12191365" cy="6857365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963D850-9AD9-38B7-3A78-33D2922BAC03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7347902" y="1601787"/>
            <a:ext cx="1026160" cy="7715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en-US" altLang="zh-CN" sz="4000" dirty="0">
                <a:solidFill>
                  <a:schemeClr val="tx1"/>
                </a:solidFill>
                <a:latin typeface="Bebas" pitchFamily="2" charset="0"/>
                <a:ea typeface="MiSans Normal" pitchFamily="2" charset="-122"/>
                <a:cs typeface="G8321 SemiBold" panose="00000705000000000000" charset="0"/>
              </a:rPr>
              <a:t>02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E925D11E-49DF-8E38-7FF2-050301D40387}"/>
              </a:ext>
            </a:extLst>
          </p:cNvPr>
          <p:cNvCxnSpPr/>
          <p:nvPr>
            <p:custDataLst>
              <p:tags r:id="rId13"/>
            </p:custDataLst>
          </p:nvPr>
        </p:nvCxnSpPr>
        <p:spPr>
          <a:xfrm>
            <a:off x="241119" y="259080"/>
            <a:ext cx="258635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915ED24-A3F6-72FB-BE8B-5C6D653AA531}"/>
              </a:ext>
            </a:extLst>
          </p:cNvPr>
          <p:cNvCxnSpPr/>
          <p:nvPr>
            <p:custDataLst>
              <p:tags r:id="rId14"/>
            </p:custDataLst>
          </p:nvPr>
        </p:nvCxnSpPr>
        <p:spPr>
          <a:xfrm>
            <a:off x="234134" y="796290"/>
            <a:ext cx="258635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2F850550-6657-A8D0-50ED-AE55BE5838D0}"/>
              </a:ext>
            </a:extLst>
          </p:cNvPr>
          <p:cNvCxnSpPr/>
          <p:nvPr/>
        </p:nvCxnSpPr>
        <p:spPr>
          <a:xfrm flipH="1">
            <a:off x="323669" y="27114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7D8CBD57-9500-0B3A-7FE9-6642869AB6C6}"/>
              </a:ext>
            </a:extLst>
          </p:cNvPr>
          <p:cNvCxnSpPr/>
          <p:nvPr>
            <p:custDataLst>
              <p:tags r:id="rId15"/>
            </p:custDataLst>
          </p:nvPr>
        </p:nvCxnSpPr>
        <p:spPr>
          <a:xfrm flipH="1">
            <a:off x="483054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300EE554-E6ED-DDAA-ABE8-AF25C531946F}"/>
              </a:ext>
            </a:extLst>
          </p:cNvPr>
          <p:cNvCxnSpPr/>
          <p:nvPr>
            <p:custDataLst>
              <p:tags r:id="rId16"/>
            </p:custDataLst>
          </p:nvPr>
        </p:nvCxnSpPr>
        <p:spPr>
          <a:xfrm flipH="1">
            <a:off x="642439" y="27368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0F51DAE4-BE5B-BDC7-AA21-33BACE290083}"/>
              </a:ext>
            </a:extLst>
          </p:cNvPr>
          <p:cNvCxnSpPr/>
          <p:nvPr>
            <p:custDataLst>
              <p:tags r:id="rId17"/>
            </p:custDataLst>
          </p:nvPr>
        </p:nvCxnSpPr>
        <p:spPr>
          <a:xfrm flipH="1">
            <a:off x="793569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685E1C83-7BBF-B9C2-4E42-3BEA7D4DC946}"/>
              </a:ext>
            </a:extLst>
          </p:cNvPr>
          <p:cNvCxnSpPr/>
          <p:nvPr>
            <p:custDataLst>
              <p:tags r:id="rId18"/>
            </p:custDataLst>
          </p:nvPr>
        </p:nvCxnSpPr>
        <p:spPr>
          <a:xfrm flipH="1">
            <a:off x="920569" y="27305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3770AD97-2AFC-9B75-0ECD-AC081A191406}"/>
              </a:ext>
            </a:extLst>
          </p:cNvPr>
          <p:cNvCxnSpPr/>
          <p:nvPr>
            <p:custDataLst>
              <p:tags r:id="rId19"/>
            </p:custDataLst>
          </p:nvPr>
        </p:nvCxnSpPr>
        <p:spPr>
          <a:xfrm flipH="1">
            <a:off x="1079954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688E5DA0-A82D-84AA-161B-8268BF82E66B}"/>
              </a:ext>
            </a:extLst>
          </p:cNvPr>
          <p:cNvCxnSpPr/>
          <p:nvPr>
            <p:custDataLst>
              <p:tags r:id="rId20"/>
            </p:custDataLst>
          </p:nvPr>
        </p:nvCxnSpPr>
        <p:spPr>
          <a:xfrm flipH="1">
            <a:off x="1239339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937C62D8-D380-2B30-C317-38CC52F901EA}"/>
              </a:ext>
            </a:extLst>
          </p:cNvPr>
          <p:cNvCxnSpPr/>
          <p:nvPr>
            <p:custDataLst>
              <p:tags r:id="rId21"/>
            </p:custDataLst>
          </p:nvPr>
        </p:nvCxnSpPr>
        <p:spPr>
          <a:xfrm flipH="1">
            <a:off x="1390469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A1435002-9494-0638-1EB0-3AF0F730317D}"/>
              </a:ext>
            </a:extLst>
          </p:cNvPr>
          <p:cNvCxnSpPr/>
          <p:nvPr>
            <p:custDataLst>
              <p:tags r:id="rId22"/>
            </p:custDataLst>
          </p:nvPr>
        </p:nvCxnSpPr>
        <p:spPr>
          <a:xfrm flipH="1">
            <a:off x="1512389" y="27305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31FEB3A0-83B8-8645-26A7-6F14540D627F}"/>
              </a:ext>
            </a:extLst>
          </p:cNvPr>
          <p:cNvCxnSpPr/>
          <p:nvPr>
            <p:custDataLst>
              <p:tags r:id="rId23"/>
            </p:custDataLst>
          </p:nvPr>
        </p:nvCxnSpPr>
        <p:spPr>
          <a:xfrm flipH="1">
            <a:off x="1671774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4553A2D2-C660-4F61-B0CE-46941EB146FD}"/>
              </a:ext>
            </a:extLst>
          </p:cNvPr>
          <p:cNvCxnSpPr/>
          <p:nvPr>
            <p:custDataLst>
              <p:tags r:id="rId24"/>
            </p:custDataLst>
          </p:nvPr>
        </p:nvCxnSpPr>
        <p:spPr>
          <a:xfrm flipH="1">
            <a:off x="1831159" y="27559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C0C66A51-F7ED-FAA8-1474-DDB853BA7965}"/>
              </a:ext>
            </a:extLst>
          </p:cNvPr>
          <p:cNvCxnSpPr/>
          <p:nvPr>
            <p:custDataLst>
              <p:tags r:id="rId25"/>
            </p:custDataLst>
          </p:nvPr>
        </p:nvCxnSpPr>
        <p:spPr>
          <a:xfrm flipH="1">
            <a:off x="1982289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CF7EE7D2-2428-EA80-61D3-DCBC725C38B2}"/>
              </a:ext>
            </a:extLst>
          </p:cNvPr>
          <p:cNvCxnSpPr/>
          <p:nvPr>
            <p:custDataLst>
              <p:tags r:id="rId26"/>
            </p:custDataLst>
          </p:nvPr>
        </p:nvCxnSpPr>
        <p:spPr>
          <a:xfrm flipH="1">
            <a:off x="2121354" y="27114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B04EE145-6632-3A9E-49A6-978F5E6AB2CF}"/>
              </a:ext>
            </a:extLst>
          </p:cNvPr>
          <p:cNvCxnSpPr/>
          <p:nvPr>
            <p:custDataLst>
              <p:tags r:id="rId27"/>
            </p:custDataLst>
          </p:nvPr>
        </p:nvCxnSpPr>
        <p:spPr>
          <a:xfrm flipH="1">
            <a:off x="2280739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D64D6C51-E81E-BA6A-A2A6-0845759D2A13}"/>
              </a:ext>
            </a:extLst>
          </p:cNvPr>
          <p:cNvCxnSpPr/>
          <p:nvPr>
            <p:custDataLst>
              <p:tags r:id="rId28"/>
            </p:custDataLst>
          </p:nvPr>
        </p:nvCxnSpPr>
        <p:spPr>
          <a:xfrm flipH="1">
            <a:off x="2440124" y="27368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2ED521DF-DD03-0811-43A4-5F4BA3E82C76}"/>
              </a:ext>
            </a:extLst>
          </p:cNvPr>
          <p:cNvCxnSpPr/>
          <p:nvPr>
            <p:custDataLst>
              <p:tags r:id="rId29"/>
            </p:custDataLst>
          </p:nvPr>
        </p:nvCxnSpPr>
        <p:spPr>
          <a:xfrm flipH="1">
            <a:off x="2591254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B39F33D6-7157-7A0C-9BC6-E4636967FF16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323669" y="342900"/>
            <a:ext cx="2386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00000"/>
              </a:lnSpc>
            </a:pPr>
            <a:r>
              <a:rPr lang="zh-CN" altLang="en-US" b="1" dirty="0">
                <a:latin typeface="MiSans Semibold" pitchFamily="2" charset="-122"/>
                <a:ea typeface="MiSans Semibold" pitchFamily="2" charset="-122"/>
                <a:cs typeface="思源黑体" panose="020B0500000000000000" charset="-122"/>
              </a:rPr>
              <a:t>前期</a:t>
            </a:r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60FDD05A-62AF-B248-485D-D2AA93E66C6B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7"/>
          <a:stretch/>
        </p:blipFill>
        <p:spPr>
          <a:xfrm>
            <a:off x="856356" y="1552966"/>
            <a:ext cx="4177289" cy="4803384"/>
          </a:xfrm>
          <a:prstGeom prst="rect">
            <a:avLst/>
          </a:prstGeom>
          <a:ln w="57150">
            <a:solidFill>
              <a:srgbClr val="CE8540"/>
            </a:solidFill>
          </a:ln>
        </p:spPr>
      </p:pic>
      <p:sp>
        <p:nvSpPr>
          <p:cNvPr id="7" name="任意多边形 6"/>
          <p:cNvSpPr/>
          <p:nvPr/>
        </p:nvSpPr>
        <p:spPr>
          <a:xfrm rot="19500000" flipH="1">
            <a:off x="540193" y="2905312"/>
            <a:ext cx="4511867" cy="2205896"/>
          </a:xfrm>
          <a:custGeom>
            <a:avLst/>
            <a:gdLst>
              <a:gd name="connsiteX0" fmla="*/ 6169 w 7105"/>
              <a:gd name="connsiteY0" fmla="*/ 22 h 3473"/>
              <a:gd name="connsiteX1" fmla="*/ 6653 w 7105"/>
              <a:gd name="connsiteY1" fmla="*/ 606 h 3473"/>
              <a:gd name="connsiteX2" fmla="*/ 0 w 7105"/>
              <a:gd name="connsiteY2" fmla="*/ 3474 h 3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05" h="3474">
                <a:moveTo>
                  <a:pt x="6169" y="22"/>
                </a:moveTo>
                <a:cubicBezTo>
                  <a:pt x="6805" y="-49"/>
                  <a:pt x="7635" y="30"/>
                  <a:pt x="6653" y="606"/>
                </a:cubicBezTo>
                <a:cubicBezTo>
                  <a:pt x="5672" y="1182"/>
                  <a:pt x="1521" y="2885"/>
                  <a:pt x="0" y="3474"/>
                </a:cubicBezTo>
              </a:path>
            </a:pathLst>
          </a:custGeom>
          <a:noFill/>
          <a:ln>
            <a:solidFill>
              <a:srgbClr val="CE854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829B74C-C677-8DE6-E90F-3F2ACD37D4FE}"/>
              </a:ext>
            </a:extLst>
          </p:cNvPr>
          <p:cNvSpPr txBox="1"/>
          <p:nvPr/>
        </p:nvSpPr>
        <p:spPr>
          <a:xfrm>
            <a:off x="5734640" y="5339308"/>
            <a:ext cx="10977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ea typeface="MiSans Normal" pitchFamily="2" charset="-122"/>
              </a:rPr>
              <a:t>萨摩耶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1EF1FB3-4C1F-11D6-3264-640464B89567}"/>
              </a:ext>
            </a:extLst>
          </p:cNvPr>
          <p:cNvSpPr txBox="1"/>
          <p:nvPr/>
        </p:nvSpPr>
        <p:spPr>
          <a:xfrm>
            <a:off x="6284323" y="5339308"/>
            <a:ext cx="10977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ea typeface="MiSans Normal" pitchFamily="2" charset="-122"/>
              </a:rPr>
              <a:t>金毛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15AE0A4-AAE1-5C00-A7BE-612D36600208}"/>
              </a:ext>
            </a:extLst>
          </p:cNvPr>
          <p:cNvSpPr txBox="1"/>
          <p:nvPr/>
        </p:nvSpPr>
        <p:spPr>
          <a:xfrm>
            <a:off x="6741467" y="5339308"/>
            <a:ext cx="10977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ea typeface="MiSans Normal" pitchFamily="2" charset="-122"/>
              </a:rPr>
              <a:t>雪纳瑞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D94385FE-F123-34A3-72B7-E6F042E44E0D}"/>
              </a:ext>
            </a:extLst>
          </p:cNvPr>
          <p:cNvSpPr txBox="1"/>
          <p:nvPr/>
        </p:nvSpPr>
        <p:spPr>
          <a:xfrm>
            <a:off x="7276278" y="5339308"/>
            <a:ext cx="10977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ea typeface="MiSans Normal" pitchFamily="2" charset="-122"/>
              </a:rPr>
              <a:t>比熊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A3A764E-4248-3200-914C-A07CED2DB94C}"/>
              </a:ext>
            </a:extLst>
          </p:cNvPr>
          <p:cNvSpPr txBox="1"/>
          <p:nvPr/>
        </p:nvSpPr>
        <p:spPr>
          <a:xfrm>
            <a:off x="7782625" y="5339308"/>
            <a:ext cx="10977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ea typeface="MiSans Normal" pitchFamily="2" charset="-122"/>
              </a:rPr>
              <a:t>柯基</a:t>
            </a:r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2AC77374-C082-4430-070E-CEDC805E6606}"/>
              </a:ext>
            </a:extLst>
          </p:cNvPr>
          <p:cNvSpPr/>
          <p:nvPr/>
        </p:nvSpPr>
        <p:spPr>
          <a:xfrm>
            <a:off x="8331517" y="5339308"/>
            <a:ext cx="183833" cy="20424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726108EF-C98B-26A1-871F-8DF5B8A2AC2B}"/>
              </a:ext>
            </a:extLst>
          </p:cNvPr>
          <p:cNvSpPr/>
          <p:nvPr/>
        </p:nvSpPr>
        <p:spPr>
          <a:xfrm>
            <a:off x="8605963" y="5339308"/>
            <a:ext cx="183833" cy="20424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EBD705C8-D859-C5F8-D1F1-4B82025ACC39}"/>
              </a:ext>
            </a:extLst>
          </p:cNvPr>
          <p:cNvSpPr/>
          <p:nvPr/>
        </p:nvSpPr>
        <p:spPr>
          <a:xfrm>
            <a:off x="8880409" y="5339308"/>
            <a:ext cx="183833" cy="20424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B5DABAFC-9884-E2E8-128A-32BB234F5B28}"/>
              </a:ext>
            </a:extLst>
          </p:cNvPr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3666" y="847915"/>
            <a:ext cx="2033972" cy="1355981"/>
          </a:xfrm>
          <a:prstGeom prst="rect">
            <a:avLst/>
          </a:prstGeom>
          <a:ln w="57150">
            <a:solidFill>
              <a:srgbClr val="CE8540"/>
            </a:solidFill>
          </a:ln>
        </p:spPr>
      </p:pic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9273666" y="2930525"/>
            <a:ext cx="2346001" cy="1757680"/>
          </a:xfrm>
          <a:prstGeom prst="rect">
            <a:avLst/>
          </a:prstGeom>
          <a:blipFill dpi="0" rotWithShape="1">
            <a:blip r:embed="rId2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57150">
            <a:solidFill>
              <a:srgbClr val="CE854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815975" y="3266440"/>
            <a:ext cx="3368040" cy="1028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3600" dirty="0">
                <a:solidFill>
                  <a:srgbClr val="FFE291"/>
                </a:solidFill>
                <a:latin typeface="Bebas" pitchFamily="2" charset="0"/>
                <a:ea typeface="MiSans Normal" pitchFamily="2" charset="-122"/>
                <a:cs typeface="G8321 Bold" panose="00000805000000000000" charset="0"/>
              </a:rPr>
              <a:t>We</a:t>
            </a:r>
          </a:p>
          <a:p>
            <a:pPr algn="l"/>
            <a:r>
              <a:rPr lang="en-US" altLang="zh-CN" sz="3600" dirty="0">
                <a:solidFill>
                  <a:srgbClr val="FFE291"/>
                </a:solidFill>
                <a:latin typeface="Bebas" pitchFamily="2" charset="0"/>
                <a:ea typeface="MiSans Normal" pitchFamily="2" charset="-122"/>
                <a:cs typeface="G8321 Bold" panose="00000805000000000000" charset="0"/>
              </a:rPr>
              <a:t>provide</a:t>
            </a:r>
          </a:p>
        </p:txBody>
      </p: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848360" y="2610485"/>
            <a:ext cx="1280795" cy="7715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4000" dirty="0">
                <a:solidFill>
                  <a:schemeClr val="tx1"/>
                </a:solidFill>
                <a:latin typeface="Bebas" pitchFamily="2" charset="0"/>
                <a:ea typeface="MiSans Normal" pitchFamily="2" charset="-122"/>
                <a:cs typeface="G8321 SemiBold" panose="00000705000000000000" charset="0"/>
              </a:rPr>
              <a:t>03</a:t>
            </a:r>
          </a:p>
        </p:txBody>
      </p:sp>
      <p:sp>
        <p:nvSpPr>
          <p:cNvPr id="24" name="文本框 23"/>
          <p:cNvSpPr txBox="1"/>
          <p:nvPr>
            <p:custDataLst>
              <p:tags r:id="rId4"/>
            </p:custDataLst>
          </p:nvPr>
        </p:nvSpPr>
        <p:spPr>
          <a:xfrm>
            <a:off x="815975" y="4914265"/>
            <a:ext cx="4277995" cy="749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其他产品线包括狗咖提供的饮品，食物等，并推出品牌周边，如印有不同小狗员工的定制杯垫等</a:t>
            </a:r>
          </a:p>
        </p:txBody>
      </p:sp>
      <p:sp>
        <p:nvSpPr>
          <p:cNvPr id="16" name="文本框 15"/>
          <p:cNvSpPr txBox="1"/>
          <p:nvPr>
            <p:custDataLst>
              <p:tags r:id="rId5"/>
            </p:custDataLst>
          </p:nvPr>
        </p:nvSpPr>
        <p:spPr>
          <a:xfrm>
            <a:off x="815975" y="4377055"/>
            <a:ext cx="1840865" cy="311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1600" dirty="0">
                <a:latin typeface="MiSans Normal" pitchFamily="2" charset="-122"/>
                <a:ea typeface="MiSans Normal" pitchFamily="2" charset="-122"/>
                <a:cs typeface="G8321 Medium" panose="00000605000000000000" charset="0"/>
              </a:rPr>
              <a:t>周边产品</a:t>
            </a:r>
            <a:endParaRPr lang="zh-CN" altLang="en-US" sz="16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G8321 Medium" panose="00000605000000000000" charset="0"/>
            </a:endParaRPr>
          </a:p>
        </p:txBody>
      </p:sp>
      <p:cxnSp>
        <p:nvCxnSpPr>
          <p:cNvPr id="32" name="直接连接符 31"/>
          <p:cNvCxnSpPr/>
          <p:nvPr>
            <p:custDataLst>
              <p:tags r:id="rId6"/>
            </p:custDataLst>
          </p:nvPr>
        </p:nvCxnSpPr>
        <p:spPr>
          <a:xfrm>
            <a:off x="5826760" y="665480"/>
            <a:ext cx="0" cy="1543685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5582920" y="2281555"/>
            <a:ext cx="409575" cy="206756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lstStyle/>
          <a:p>
            <a:pPr algn="l"/>
            <a:r>
              <a:rPr lang="en-US" altLang="zh-CN" sz="1000" dirty="0">
                <a:solidFill>
                  <a:schemeClr val="tx1"/>
                </a:solidFill>
                <a:latin typeface="Bebas" pitchFamily="2" charset="0"/>
                <a:ea typeface="MiSans Normal" pitchFamily="2" charset="-122"/>
                <a:cs typeface="G8321 SemiBold" panose="00000705000000000000" charset="0"/>
              </a:rPr>
              <a:t>Peripheral products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0828655" y="6356350"/>
            <a:ext cx="525145" cy="365125"/>
          </a:xfrm>
        </p:spPr>
        <p:txBody>
          <a:bodyPr/>
          <a:lstStyle/>
          <a:p>
            <a:r>
              <a:rPr lang="en-US" altLang="zh-CN">
                <a:latin typeface="Bebas" pitchFamily="2" charset="0"/>
                <a:cs typeface="G8321 Medium" panose="00000605000000000000" charset="0"/>
              </a:rPr>
              <a:t>0</a:t>
            </a:r>
            <a:fld id="{9A0DB2DC-4C9A-4742-B13C-FB6460FD3503}" type="slidenum">
              <a:rPr lang="en-US" altLang="zh-CN" smtClean="0">
                <a:latin typeface="Bebas" pitchFamily="2" charset="0"/>
                <a:cs typeface="G8321 Medium" panose="00000605000000000000" charset="0"/>
              </a:rPr>
              <a:t>12</a:t>
            </a:fld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35" y="0"/>
            <a:ext cx="12191365" cy="6857365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511E7D0-8560-F44B-10DE-EA6D23A6F3D3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l="17261" t="8844" r="16927" b="9018"/>
          <a:stretch/>
        </p:blipFill>
        <p:spPr>
          <a:xfrm>
            <a:off x="6392160" y="665480"/>
            <a:ext cx="2638559" cy="4656232"/>
          </a:xfrm>
          <a:prstGeom prst="rect">
            <a:avLst/>
          </a:prstGeom>
          <a:ln w="57150">
            <a:solidFill>
              <a:srgbClr val="CE8540"/>
            </a:solidFill>
          </a:ln>
        </p:spPr>
      </p:pic>
      <p:sp>
        <p:nvSpPr>
          <p:cNvPr id="7" name="文本框 6"/>
          <p:cNvSpPr txBox="1"/>
          <p:nvPr>
            <p:custDataLst>
              <p:tags r:id="rId8"/>
            </p:custDataLst>
          </p:nvPr>
        </p:nvSpPr>
        <p:spPr>
          <a:xfrm rot="16200000">
            <a:off x="6021705" y="2646680"/>
            <a:ext cx="5927090" cy="106870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8000" dirty="0">
                <a:solidFill>
                  <a:srgbClr val="FFE291"/>
                </a:solidFill>
                <a:latin typeface="Bebas" pitchFamily="2" charset="0"/>
                <a:ea typeface="MiSans Normal" pitchFamily="2" charset="-122"/>
                <a:cs typeface="G8321 SemiBold" panose="00000705000000000000" charset="0"/>
              </a:rPr>
              <a:t>Peripheral products</a:t>
            </a: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73C32DEC-9881-7F87-7802-F1CDB2BD042E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241119" y="259080"/>
            <a:ext cx="258635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CBDEC3F-2D7F-F398-C2B0-BBB8C920A797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>
            <a:off x="234134" y="796290"/>
            <a:ext cx="258635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8DF7FA7-19EA-93EE-4DFD-E9A1D3A319E7}"/>
              </a:ext>
            </a:extLst>
          </p:cNvPr>
          <p:cNvCxnSpPr/>
          <p:nvPr/>
        </p:nvCxnSpPr>
        <p:spPr>
          <a:xfrm flipH="1">
            <a:off x="323669" y="27114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9B882E12-7466-4356-B499-04646D14B432}"/>
              </a:ext>
            </a:extLst>
          </p:cNvPr>
          <p:cNvCxnSpPr/>
          <p:nvPr>
            <p:custDataLst>
              <p:tags r:id="rId11"/>
            </p:custDataLst>
          </p:nvPr>
        </p:nvCxnSpPr>
        <p:spPr>
          <a:xfrm flipH="1">
            <a:off x="483054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1D0619B-7697-CF35-DB02-808C4BB5B55D}"/>
              </a:ext>
            </a:extLst>
          </p:cNvPr>
          <p:cNvCxnSpPr/>
          <p:nvPr>
            <p:custDataLst>
              <p:tags r:id="rId12"/>
            </p:custDataLst>
          </p:nvPr>
        </p:nvCxnSpPr>
        <p:spPr>
          <a:xfrm flipH="1">
            <a:off x="642439" y="27368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79C985D-A10E-F9EF-EFF8-D8D6E6D59708}"/>
              </a:ext>
            </a:extLst>
          </p:cNvPr>
          <p:cNvCxnSpPr/>
          <p:nvPr>
            <p:custDataLst>
              <p:tags r:id="rId13"/>
            </p:custDataLst>
          </p:nvPr>
        </p:nvCxnSpPr>
        <p:spPr>
          <a:xfrm flipH="1">
            <a:off x="793569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37BF4084-E7CE-2660-4DDE-1CC1B500CB93}"/>
              </a:ext>
            </a:extLst>
          </p:cNvPr>
          <p:cNvCxnSpPr/>
          <p:nvPr>
            <p:custDataLst>
              <p:tags r:id="rId14"/>
            </p:custDataLst>
          </p:nvPr>
        </p:nvCxnSpPr>
        <p:spPr>
          <a:xfrm flipH="1">
            <a:off x="920569" y="27305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B9A266F9-C70B-BB43-AA2D-6D9D0328F8B1}"/>
              </a:ext>
            </a:extLst>
          </p:cNvPr>
          <p:cNvCxnSpPr/>
          <p:nvPr>
            <p:custDataLst>
              <p:tags r:id="rId15"/>
            </p:custDataLst>
          </p:nvPr>
        </p:nvCxnSpPr>
        <p:spPr>
          <a:xfrm flipH="1">
            <a:off x="1079954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22C082AB-C797-1CC5-C488-64CD2D61DF22}"/>
              </a:ext>
            </a:extLst>
          </p:cNvPr>
          <p:cNvCxnSpPr/>
          <p:nvPr>
            <p:custDataLst>
              <p:tags r:id="rId16"/>
            </p:custDataLst>
          </p:nvPr>
        </p:nvCxnSpPr>
        <p:spPr>
          <a:xfrm flipH="1">
            <a:off x="1239339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0305DDCC-DD17-8EB5-531E-24E1030D9269}"/>
              </a:ext>
            </a:extLst>
          </p:cNvPr>
          <p:cNvCxnSpPr/>
          <p:nvPr>
            <p:custDataLst>
              <p:tags r:id="rId17"/>
            </p:custDataLst>
          </p:nvPr>
        </p:nvCxnSpPr>
        <p:spPr>
          <a:xfrm flipH="1">
            <a:off x="1390469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A4CA0B45-3F36-C0FE-5DB5-7D55A0101A6E}"/>
              </a:ext>
            </a:extLst>
          </p:cNvPr>
          <p:cNvCxnSpPr/>
          <p:nvPr>
            <p:custDataLst>
              <p:tags r:id="rId18"/>
            </p:custDataLst>
          </p:nvPr>
        </p:nvCxnSpPr>
        <p:spPr>
          <a:xfrm flipH="1">
            <a:off x="1512389" y="27305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A69347FB-9146-D17B-22EB-C1089AC5BA91}"/>
              </a:ext>
            </a:extLst>
          </p:cNvPr>
          <p:cNvCxnSpPr/>
          <p:nvPr>
            <p:custDataLst>
              <p:tags r:id="rId19"/>
            </p:custDataLst>
          </p:nvPr>
        </p:nvCxnSpPr>
        <p:spPr>
          <a:xfrm flipH="1">
            <a:off x="1671774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2133D6B7-989A-DE4D-6814-8705F879E4B2}"/>
              </a:ext>
            </a:extLst>
          </p:cNvPr>
          <p:cNvCxnSpPr/>
          <p:nvPr>
            <p:custDataLst>
              <p:tags r:id="rId20"/>
            </p:custDataLst>
          </p:nvPr>
        </p:nvCxnSpPr>
        <p:spPr>
          <a:xfrm flipH="1">
            <a:off x="1831159" y="27559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F1FA7596-79FE-7C97-7EB2-206CAD186088}"/>
              </a:ext>
            </a:extLst>
          </p:cNvPr>
          <p:cNvCxnSpPr/>
          <p:nvPr>
            <p:custDataLst>
              <p:tags r:id="rId21"/>
            </p:custDataLst>
          </p:nvPr>
        </p:nvCxnSpPr>
        <p:spPr>
          <a:xfrm flipH="1">
            <a:off x="1982289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3CAC4A17-CF98-DAD4-803A-8BEA9E06D62D}"/>
              </a:ext>
            </a:extLst>
          </p:cNvPr>
          <p:cNvCxnSpPr/>
          <p:nvPr>
            <p:custDataLst>
              <p:tags r:id="rId22"/>
            </p:custDataLst>
          </p:nvPr>
        </p:nvCxnSpPr>
        <p:spPr>
          <a:xfrm flipH="1">
            <a:off x="2121354" y="27114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DF71FCBD-606A-A327-34AA-FB2CCBB48F4F}"/>
              </a:ext>
            </a:extLst>
          </p:cNvPr>
          <p:cNvCxnSpPr/>
          <p:nvPr>
            <p:custDataLst>
              <p:tags r:id="rId23"/>
            </p:custDataLst>
          </p:nvPr>
        </p:nvCxnSpPr>
        <p:spPr>
          <a:xfrm flipH="1">
            <a:off x="2280739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43604C86-AC2B-5A7B-AF20-3E68D5A30E46}"/>
              </a:ext>
            </a:extLst>
          </p:cNvPr>
          <p:cNvCxnSpPr/>
          <p:nvPr>
            <p:custDataLst>
              <p:tags r:id="rId24"/>
            </p:custDataLst>
          </p:nvPr>
        </p:nvCxnSpPr>
        <p:spPr>
          <a:xfrm flipH="1">
            <a:off x="2440124" y="27368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8C8E096F-CCDC-306C-E8D9-B3B7920638E8}"/>
              </a:ext>
            </a:extLst>
          </p:cNvPr>
          <p:cNvCxnSpPr/>
          <p:nvPr>
            <p:custDataLst>
              <p:tags r:id="rId25"/>
            </p:custDataLst>
          </p:nvPr>
        </p:nvCxnSpPr>
        <p:spPr>
          <a:xfrm flipH="1">
            <a:off x="2591254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7086D61E-0E68-0B5F-A307-66AECED4FDD6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323669" y="342900"/>
            <a:ext cx="2386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00000"/>
              </a:lnSpc>
            </a:pPr>
            <a:r>
              <a:rPr lang="zh-CN" altLang="en-US" b="1" dirty="0">
                <a:latin typeface="MiSans Semibold" pitchFamily="2" charset="-122"/>
                <a:ea typeface="MiSans Semibold" pitchFamily="2" charset="-122"/>
                <a:cs typeface="思源黑体" panose="020B0500000000000000" charset="-122"/>
              </a:rPr>
              <a:t>前期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410056" y="171490"/>
            <a:ext cx="2052736" cy="8020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4800" dirty="0">
                <a:solidFill>
                  <a:srgbClr val="CE8540"/>
                </a:solidFill>
                <a:latin typeface="Bebas" pitchFamily="2" charset="0"/>
                <a:ea typeface="MiSans Normal" pitchFamily="2" charset="-122"/>
                <a:cs typeface="G8321 Bold" panose="00000805000000000000" charset="0"/>
              </a:rPr>
              <a:t>价目表</a:t>
            </a:r>
            <a:endParaRPr lang="en-US" altLang="zh-CN" sz="4800" dirty="0">
              <a:solidFill>
                <a:srgbClr val="CE8540"/>
              </a:solidFill>
              <a:latin typeface="Bebas" pitchFamily="2" charset="0"/>
              <a:ea typeface="MiSans Normal" pitchFamily="2" charset="-122"/>
              <a:cs typeface="G8321 Bold" panose="00000805000000000000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2"/>
            </p:custDataLst>
          </p:nvPr>
        </p:nvSpPr>
        <p:spPr>
          <a:xfrm>
            <a:off x="1942161" y="891854"/>
            <a:ext cx="2885407" cy="3232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45000"/>
              </a:lnSpc>
            </a:pPr>
            <a:r>
              <a:rPr lang="zh-CN" altLang="en-US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上海市浦东新区懿行路</a:t>
            </a:r>
            <a:r>
              <a:rPr lang="en-US" altLang="zh-CN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188</a:t>
            </a:r>
            <a:r>
              <a:rPr lang="zh-CN" altLang="en-US" sz="1000" dirty="0"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号 浦发</a:t>
            </a:r>
            <a:r>
              <a:rPr lang="en-US" altLang="zh-CN" sz="1000" dirty="0"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·</a:t>
            </a:r>
            <a:r>
              <a:rPr lang="zh-CN" altLang="en-US" sz="1000" dirty="0"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三林 印象汇</a:t>
            </a:r>
            <a:endParaRPr lang="zh-CN" altLang="en-US" sz="10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0881360" y="6356350"/>
            <a:ext cx="472440" cy="365125"/>
          </a:xfrm>
        </p:spPr>
        <p:txBody>
          <a:bodyPr/>
          <a:lstStyle/>
          <a:p>
            <a:fld id="{9A0DB2DC-4C9A-4742-B13C-FB6460FD3503}" type="slidenum">
              <a:rPr lang="en-US" altLang="zh-CN" smtClean="0">
                <a:latin typeface="Bebas" pitchFamily="2" charset="0"/>
                <a:cs typeface="G8321 Medium" panose="00000605000000000000" charset="0"/>
              </a:rPr>
              <a:t>13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35" y="0"/>
            <a:ext cx="12191365" cy="6857365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553FF32-97BB-AAA5-6C7C-FD9FB708CB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062" y="1273325"/>
            <a:ext cx="3450724" cy="4883208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44D06872-7DE9-46A4-86B6-152A3BBCB1D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674820" y="171489"/>
            <a:ext cx="1420087" cy="8020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4800" dirty="0">
                <a:solidFill>
                  <a:srgbClr val="CE8540"/>
                </a:solidFill>
                <a:latin typeface="Bebas" pitchFamily="2" charset="0"/>
                <a:ea typeface="MiSans Normal" pitchFamily="2" charset="-122"/>
                <a:cs typeface="G8321 Bold" panose="00000805000000000000" charset="0"/>
              </a:rPr>
              <a:t>选址</a:t>
            </a:r>
            <a:endParaRPr lang="en-US" altLang="zh-CN" sz="4800" dirty="0">
              <a:solidFill>
                <a:srgbClr val="CE8540"/>
              </a:solidFill>
              <a:latin typeface="Bebas" pitchFamily="2" charset="0"/>
              <a:ea typeface="MiSans Normal" pitchFamily="2" charset="-122"/>
              <a:cs typeface="G8321 Bold" panose="00000805000000000000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15A8DC32-6BBE-75C1-997E-9921B66E1C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2720" y="1294529"/>
            <a:ext cx="3684290" cy="4862004"/>
          </a:xfrm>
          <a:prstGeom prst="rect">
            <a:avLst/>
          </a:prstGeom>
        </p:spPr>
      </p:pic>
      <p:sp>
        <p:nvSpPr>
          <p:cNvPr id="4" name="任意多边形 3"/>
          <p:cNvSpPr/>
          <p:nvPr/>
        </p:nvSpPr>
        <p:spPr>
          <a:xfrm>
            <a:off x="1581455" y="6135329"/>
            <a:ext cx="6018530" cy="642620"/>
          </a:xfrm>
          <a:custGeom>
            <a:avLst/>
            <a:gdLst>
              <a:gd name="connisteX0" fmla="*/ 0 w 6018530"/>
              <a:gd name="connsiteY0" fmla="*/ 0 h 642766"/>
              <a:gd name="connisteX1" fmla="*/ 1061085 w 6018530"/>
              <a:gd name="connsiteY1" fmla="*/ 472440 h 642766"/>
              <a:gd name="connisteX2" fmla="*/ 3115310 w 6018530"/>
              <a:gd name="connsiteY2" fmla="*/ 520700 h 642766"/>
              <a:gd name="connisteX3" fmla="*/ 3211830 w 6018530"/>
              <a:gd name="connsiteY3" fmla="*/ 9525 h 642766"/>
              <a:gd name="connisteX4" fmla="*/ 4639310 w 6018530"/>
              <a:gd name="connsiteY4" fmla="*/ 636270 h 642766"/>
              <a:gd name="connisteX5" fmla="*/ 6018530 w 6018530"/>
              <a:gd name="connsiteY5" fmla="*/ 289560 h 64276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6018530" h="642767">
                <a:moveTo>
                  <a:pt x="0" y="0"/>
                </a:moveTo>
                <a:cubicBezTo>
                  <a:pt x="170815" y="93345"/>
                  <a:pt x="438150" y="368300"/>
                  <a:pt x="1061085" y="472440"/>
                </a:cubicBezTo>
                <a:cubicBezTo>
                  <a:pt x="1684020" y="576580"/>
                  <a:pt x="2685415" y="613410"/>
                  <a:pt x="3115310" y="520700"/>
                </a:cubicBezTo>
                <a:cubicBezTo>
                  <a:pt x="3545205" y="427990"/>
                  <a:pt x="2907030" y="-13335"/>
                  <a:pt x="3211830" y="9525"/>
                </a:cubicBezTo>
                <a:cubicBezTo>
                  <a:pt x="3516630" y="32385"/>
                  <a:pt x="4077970" y="580390"/>
                  <a:pt x="4639310" y="636270"/>
                </a:cubicBezTo>
                <a:cubicBezTo>
                  <a:pt x="5200650" y="692150"/>
                  <a:pt x="5771515" y="371475"/>
                  <a:pt x="6018530" y="289560"/>
                </a:cubicBezTo>
              </a:path>
            </a:pathLst>
          </a:custGeom>
          <a:noFill/>
          <a:ln w="12700">
            <a:solidFill>
              <a:srgbClr val="CE854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5" name="任意多边形 4"/>
          <p:cNvSpPr/>
          <p:nvPr/>
        </p:nvSpPr>
        <p:spPr>
          <a:xfrm>
            <a:off x="7638720" y="5440639"/>
            <a:ext cx="4378960" cy="1277620"/>
          </a:xfrm>
          <a:custGeom>
            <a:avLst/>
            <a:gdLst>
              <a:gd name="connisteX0" fmla="*/ 0 w 4378960"/>
              <a:gd name="connsiteY0" fmla="*/ 926465 h 1277624"/>
              <a:gd name="connisteX1" fmla="*/ 414655 w 4378960"/>
              <a:gd name="connsiteY1" fmla="*/ 752475 h 1277624"/>
              <a:gd name="connisteX2" fmla="*/ 1745615 w 4378960"/>
              <a:gd name="connsiteY2" fmla="*/ 935990 h 1277624"/>
              <a:gd name="connisteX3" fmla="*/ 1736090 w 4378960"/>
              <a:gd name="connsiteY3" fmla="*/ 1224915 h 1277624"/>
              <a:gd name="connisteX4" fmla="*/ 1485265 w 4378960"/>
              <a:gd name="connsiteY4" fmla="*/ 1118870 h 1277624"/>
              <a:gd name="connisteX5" fmla="*/ 4378960 w 4378960"/>
              <a:gd name="connsiteY5" fmla="*/ 0 h 127762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4378960" h="1277625">
                <a:moveTo>
                  <a:pt x="0" y="926465"/>
                </a:moveTo>
                <a:cubicBezTo>
                  <a:pt x="56515" y="887730"/>
                  <a:pt x="65405" y="750570"/>
                  <a:pt x="414655" y="752475"/>
                </a:cubicBezTo>
                <a:cubicBezTo>
                  <a:pt x="763905" y="754380"/>
                  <a:pt x="1481455" y="841375"/>
                  <a:pt x="1745615" y="935990"/>
                </a:cubicBezTo>
                <a:cubicBezTo>
                  <a:pt x="2009775" y="1030605"/>
                  <a:pt x="1788160" y="1188085"/>
                  <a:pt x="1736090" y="1224915"/>
                </a:cubicBezTo>
                <a:cubicBezTo>
                  <a:pt x="1684020" y="1261745"/>
                  <a:pt x="956945" y="1363980"/>
                  <a:pt x="1485265" y="1118870"/>
                </a:cubicBezTo>
                <a:cubicBezTo>
                  <a:pt x="2013585" y="873760"/>
                  <a:pt x="3795395" y="221615"/>
                  <a:pt x="4378960" y="0"/>
                </a:cubicBezTo>
              </a:path>
            </a:pathLst>
          </a:custGeom>
          <a:noFill/>
          <a:ln w="12700">
            <a:solidFill>
              <a:srgbClr val="CE854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37">
            <a:extLst>
              <a:ext uri="{FF2B5EF4-FFF2-40B4-BE49-F238E27FC236}">
                <a16:creationId xmlns:a16="http://schemas.microsoft.com/office/drawing/2014/main" id="{01D3445C-1E54-F9CD-64A8-0896C95E7173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1197" y="-3030131"/>
            <a:ext cx="9276778" cy="13116863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467957A0-F2CB-E15E-ED83-2CE022D153C8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46854" y="-804500"/>
            <a:ext cx="7616352" cy="10769110"/>
          </a:xfrm>
          <a:prstGeom prst="rect">
            <a:avLst/>
          </a:prstGeom>
        </p:spPr>
      </p:pic>
      <p:sp>
        <p:nvSpPr>
          <p:cNvPr id="8" name="任意多边形 7"/>
          <p:cNvSpPr/>
          <p:nvPr/>
        </p:nvSpPr>
        <p:spPr>
          <a:xfrm flipH="1">
            <a:off x="879475" y="1542415"/>
            <a:ext cx="6055995" cy="1461770"/>
          </a:xfrm>
          <a:custGeom>
            <a:avLst/>
            <a:gdLst>
              <a:gd name="connisteX0" fmla="*/ 0 w 6055860"/>
              <a:gd name="connsiteY0" fmla="*/ 0 h 1461770"/>
              <a:gd name="connisteX1" fmla="*/ 730885 w 6055860"/>
              <a:gd name="connsiteY1" fmla="*/ 352425 h 1461770"/>
              <a:gd name="connisteX2" fmla="*/ 1610995 w 6055860"/>
              <a:gd name="connsiteY2" fmla="*/ 343535 h 1461770"/>
              <a:gd name="connisteX3" fmla="*/ 2922905 w 6055860"/>
              <a:gd name="connsiteY3" fmla="*/ 343535 h 1461770"/>
              <a:gd name="connisteX4" fmla="*/ 4349115 w 6055860"/>
              <a:gd name="connsiteY4" fmla="*/ 211455 h 1461770"/>
              <a:gd name="connisteX5" fmla="*/ 5519420 w 6055860"/>
              <a:gd name="connsiteY5" fmla="*/ 334645 h 1461770"/>
              <a:gd name="connisteX6" fmla="*/ 6047740 w 6055860"/>
              <a:gd name="connsiteY6" fmla="*/ 827405 h 1461770"/>
              <a:gd name="connisteX7" fmla="*/ 5238115 w 6055860"/>
              <a:gd name="connsiteY7" fmla="*/ 933450 h 1461770"/>
              <a:gd name="connisteX8" fmla="*/ 5616575 w 6055860"/>
              <a:gd name="connsiteY8" fmla="*/ 1461770 h 146177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6055861" h="1461770">
                <a:moveTo>
                  <a:pt x="0" y="0"/>
                </a:moveTo>
                <a:cubicBezTo>
                  <a:pt x="128270" y="70485"/>
                  <a:pt x="408940" y="283845"/>
                  <a:pt x="730885" y="352425"/>
                </a:cubicBezTo>
                <a:cubicBezTo>
                  <a:pt x="1052830" y="421005"/>
                  <a:pt x="1172845" y="345440"/>
                  <a:pt x="1610995" y="343535"/>
                </a:cubicBezTo>
                <a:cubicBezTo>
                  <a:pt x="2049145" y="341630"/>
                  <a:pt x="2375535" y="370205"/>
                  <a:pt x="2922905" y="343535"/>
                </a:cubicBezTo>
                <a:cubicBezTo>
                  <a:pt x="3470275" y="316865"/>
                  <a:pt x="3829685" y="213360"/>
                  <a:pt x="4349115" y="211455"/>
                </a:cubicBezTo>
                <a:cubicBezTo>
                  <a:pt x="4868545" y="209550"/>
                  <a:pt x="5179695" y="211455"/>
                  <a:pt x="5519420" y="334645"/>
                </a:cubicBezTo>
                <a:cubicBezTo>
                  <a:pt x="5859145" y="457835"/>
                  <a:pt x="6104255" y="707390"/>
                  <a:pt x="6047740" y="827405"/>
                </a:cubicBezTo>
                <a:cubicBezTo>
                  <a:pt x="5991225" y="947420"/>
                  <a:pt x="5324475" y="806450"/>
                  <a:pt x="5238115" y="933450"/>
                </a:cubicBezTo>
                <a:cubicBezTo>
                  <a:pt x="5151755" y="1060450"/>
                  <a:pt x="5524500" y="1358265"/>
                  <a:pt x="5616575" y="1461770"/>
                </a:cubicBezTo>
              </a:path>
            </a:pathLst>
          </a:custGeom>
          <a:noFill/>
          <a:ln>
            <a:solidFill>
              <a:srgbClr val="FFE29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cxnSp>
        <p:nvCxnSpPr>
          <p:cNvPr id="13" name="直接连接符 12"/>
          <p:cNvCxnSpPr/>
          <p:nvPr>
            <p:custDataLst>
              <p:tags r:id="rId1"/>
            </p:custDataLst>
          </p:nvPr>
        </p:nvCxnSpPr>
        <p:spPr>
          <a:xfrm>
            <a:off x="4739005" y="-11430"/>
            <a:ext cx="0" cy="687768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>
            <p:custDataLst>
              <p:tags r:id="rId2"/>
            </p:custDataLst>
          </p:nvPr>
        </p:nvSpPr>
        <p:spPr>
          <a:xfrm>
            <a:off x="777059" y="3208337"/>
            <a:ext cx="1422400" cy="438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tx1"/>
                </a:solidFill>
                <a:latin typeface="MiSans Semibold" pitchFamily="2" charset="-122"/>
                <a:ea typeface="MiSans Semibold" pitchFamily="2" charset="-122"/>
                <a:cs typeface="思源黑体 Medium" panose="020B0600000000000000" charset="-122"/>
              </a:rPr>
              <a:t>App</a:t>
            </a:r>
            <a:r>
              <a:rPr lang="zh-CN" altLang="en-US" sz="1400" b="1" dirty="0">
                <a:solidFill>
                  <a:schemeClr val="tx1"/>
                </a:solidFill>
                <a:latin typeface="MiSans Semibold" pitchFamily="2" charset="-122"/>
                <a:ea typeface="MiSans Semibold" pitchFamily="2" charset="-122"/>
                <a:cs typeface="思源黑体 Medium" panose="020B0600000000000000" charset="-122"/>
              </a:rPr>
              <a:t>封面</a:t>
            </a:r>
          </a:p>
        </p:txBody>
      </p:sp>
      <p:sp>
        <p:nvSpPr>
          <p:cNvPr id="17" name="文本框 16"/>
          <p:cNvSpPr txBox="1"/>
          <p:nvPr>
            <p:custDataLst>
              <p:tags r:id="rId3"/>
            </p:custDataLst>
          </p:nvPr>
        </p:nvSpPr>
        <p:spPr>
          <a:xfrm>
            <a:off x="777875" y="1503045"/>
            <a:ext cx="6456680" cy="6521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4000" dirty="0">
                <a:solidFill>
                  <a:srgbClr val="CE8540"/>
                </a:solidFill>
                <a:latin typeface="Bebas" pitchFamily="2" charset="0"/>
                <a:ea typeface="MiSans Normal" pitchFamily="2" charset="-122"/>
                <a:cs typeface="G8321 Bold" panose="00000805000000000000" charset="0"/>
              </a:rPr>
              <a:t>APP</a:t>
            </a:r>
            <a:r>
              <a:rPr lang="zh-CN" altLang="en-US" sz="4000" dirty="0">
                <a:solidFill>
                  <a:srgbClr val="CE8540"/>
                </a:solidFill>
                <a:latin typeface="Bebas" pitchFamily="2" charset="0"/>
                <a:ea typeface="MiSans Normal" pitchFamily="2" charset="-122"/>
                <a:cs typeface="G8321 Bold" panose="00000805000000000000" charset="0"/>
              </a:rPr>
              <a:t>开发</a:t>
            </a:r>
            <a:endParaRPr lang="en-US" altLang="zh-CN" sz="4000" dirty="0">
              <a:solidFill>
                <a:srgbClr val="CE8540"/>
              </a:solidFill>
              <a:latin typeface="Bebas" pitchFamily="2" charset="0"/>
              <a:ea typeface="MiSans Normal" pitchFamily="2" charset="-122"/>
              <a:cs typeface="G8321 Bold" panose="00000805000000000000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8055671" y="965343"/>
            <a:ext cx="988514" cy="438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latin typeface="MiSans Semibold" pitchFamily="2" charset="-122"/>
                <a:ea typeface="MiSans Semibold" pitchFamily="2" charset="-122"/>
                <a:cs typeface="思源黑体 Medium" panose="020B0600000000000000" charset="-122"/>
              </a:rPr>
              <a:t>App</a:t>
            </a:r>
            <a:r>
              <a:rPr lang="zh-CN" altLang="en-US" sz="1400" b="1" dirty="0">
                <a:latin typeface="MiSans Semibold" pitchFamily="2" charset="-122"/>
                <a:ea typeface="MiSans Semibold" pitchFamily="2" charset="-122"/>
                <a:cs typeface="思源黑体 Medium" panose="020B0600000000000000" charset="-122"/>
              </a:rPr>
              <a:t>界面</a:t>
            </a:r>
            <a:endParaRPr lang="zh-CN" altLang="en-US" sz="1400" b="1" dirty="0">
              <a:solidFill>
                <a:schemeClr val="tx1"/>
              </a:solidFill>
              <a:latin typeface="MiSans Semibold" pitchFamily="2" charset="-122"/>
              <a:ea typeface="MiSans Semibold" pitchFamily="2" charset="-122"/>
              <a:cs typeface="思源黑体 Medium" panose="020B0600000000000000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934065" y="6356350"/>
            <a:ext cx="419735" cy="365125"/>
          </a:xfrm>
        </p:spPr>
        <p:txBody>
          <a:bodyPr/>
          <a:lstStyle/>
          <a:p>
            <a:fld id="{9A0DB2DC-4C9A-4742-B13C-FB6460FD3503}" type="slidenum">
              <a:rPr lang="en-US" altLang="zh-CN" smtClean="0">
                <a:latin typeface="Bebas" pitchFamily="2" charset="0"/>
                <a:cs typeface="G8321 Medium" panose="00000605000000000000" charset="0"/>
              </a:rPr>
              <a:t>14</a:t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635" y="0"/>
            <a:ext cx="12191365" cy="6857365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1E9F657-3D2A-2775-AC2C-F352A948183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241119" y="259080"/>
            <a:ext cx="258635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80CBDFE9-9879-EF85-D9FD-4247B25A063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234134" y="796290"/>
            <a:ext cx="258635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80F8CC1B-4EE6-E9EF-9127-E3366DCCD35E}"/>
              </a:ext>
            </a:extLst>
          </p:cNvPr>
          <p:cNvCxnSpPr/>
          <p:nvPr/>
        </p:nvCxnSpPr>
        <p:spPr>
          <a:xfrm flipH="1">
            <a:off x="323669" y="27114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C53370C1-C958-F929-0790-96EC67548F71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 flipH="1">
            <a:off x="483054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D2A69CAC-65AC-19B1-AFF9-52CD4491AA3F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 flipH="1">
            <a:off x="642439" y="27368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03E1456-AE46-6F53-F2CE-07EF0AFA0BEA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 flipH="1">
            <a:off x="793569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2BAD08C5-04AC-35DF-501F-502D21382B56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 flipH="1">
            <a:off x="920569" y="27305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BCE53E1-2BC2-548A-601A-66D6140AFD7D}"/>
              </a:ext>
            </a:extLst>
          </p:cNvPr>
          <p:cNvCxnSpPr/>
          <p:nvPr>
            <p:custDataLst>
              <p:tags r:id="rId11"/>
            </p:custDataLst>
          </p:nvPr>
        </p:nvCxnSpPr>
        <p:spPr>
          <a:xfrm flipH="1">
            <a:off x="1079954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758D4189-79C6-E23B-963B-7E12171FA48B}"/>
              </a:ext>
            </a:extLst>
          </p:cNvPr>
          <p:cNvCxnSpPr/>
          <p:nvPr>
            <p:custDataLst>
              <p:tags r:id="rId12"/>
            </p:custDataLst>
          </p:nvPr>
        </p:nvCxnSpPr>
        <p:spPr>
          <a:xfrm flipH="1">
            <a:off x="1239339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5F0F6BB2-EE5E-675F-52B3-38282D0DFB69}"/>
              </a:ext>
            </a:extLst>
          </p:cNvPr>
          <p:cNvCxnSpPr/>
          <p:nvPr>
            <p:custDataLst>
              <p:tags r:id="rId13"/>
            </p:custDataLst>
          </p:nvPr>
        </p:nvCxnSpPr>
        <p:spPr>
          <a:xfrm flipH="1">
            <a:off x="1390469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51EC6A70-26B3-8790-AEAF-7A05240DC31D}"/>
              </a:ext>
            </a:extLst>
          </p:cNvPr>
          <p:cNvCxnSpPr/>
          <p:nvPr>
            <p:custDataLst>
              <p:tags r:id="rId14"/>
            </p:custDataLst>
          </p:nvPr>
        </p:nvCxnSpPr>
        <p:spPr>
          <a:xfrm flipH="1">
            <a:off x="1512389" y="27305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85586B9F-4D4E-5A9A-2768-023CE2EB6A0D}"/>
              </a:ext>
            </a:extLst>
          </p:cNvPr>
          <p:cNvCxnSpPr/>
          <p:nvPr>
            <p:custDataLst>
              <p:tags r:id="rId15"/>
            </p:custDataLst>
          </p:nvPr>
        </p:nvCxnSpPr>
        <p:spPr>
          <a:xfrm flipH="1">
            <a:off x="1671774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326C9A6-1E52-410C-D89E-F01C8C3673EE}"/>
              </a:ext>
            </a:extLst>
          </p:cNvPr>
          <p:cNvCxnSpPr/>
          <p:nvPr>
            <p:custDataLst>
              <p:tags r:id="rId16"/>
            </p:custDataLst>
          </p:nvPr>
        </p:nvCxnSpPr>
        <p:spPr>
          <a:xfrm flipH="1">
            <a:off x="1831159" y="27559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EC2DCFA2-31B6-EE4D-E3F1-88B31A9BBB56}"/>
              </a:ext>
            </a:extLst>
          </p:cNvPr>
          <p:cNvCxnSpPr/>
          <p:nvPr>
            <p:custDataLst>
              <p:tags r:id="rId17"/>
            </p:custDataLst>
          </p:nvPr>
        </p:nvCxnSpPr>
        <p:spPr>
          <a:xfrm flipH="1">
            <a:off x="1982289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0798FD5F-AF97-4FAF-1C5D-BDE40CD028D2}"/>
              </a:ext>
            </a:extLst>
          </p:cNvPr>
          <p:cNvCxnSpPr/>
          <p:nvPr>
            <p:custDataLst>
              <p:tags r:id="rId18"/>
            </p:custDataLst>
          </p:nvPr>
        </p:nvCxnSpPr>
        <p:spPr>
          <a:xfrm flipH="1">
            <a:off x="2121354" y="27114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4A64160F-C7A8-4689-CB8B-3AC95AF24C9A}"/>
              </a:ext>
            </a:extLst>
          </p:cNvPr>
          <p:cNvCxnSpPr/>
          <p:nvPr>
            <p:custDataLst>
              <p:tags r:id="rId19"/>
            </p:custDataLst>
          </p:nvPr>
        </p:nvCxnSpPr>
        <p:spPr>
          <a:xfrm flipH="1">
            <a:off x="2280739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7447F461-E9AC-98D9-5B03-0C708452F192}"/>
              </a:ext>
            </a:extLst>
          </p:cNvPr>
          <p:cNvCxnSpPr/>
          <p:nvPr>
            <p:custDataLst>
              <p:tags r:id="rId20"/>
            </p:custDataLst>
          </p:nvPr>
        </p:nvCxnSpPr>
        <p:spPr>
          <a:xfrm flipH="1">
            <a:off x="2440124" y="27368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7F70A6D3-4498-74FD-A9F7-FDCFED5F64F1}"/>
              </a:ext>
            </a:extLst>
          </p:cNvPr>
          <p:cNvCxnSpPr/>
          <p:nvPr>
            <p:custDataLst>
              <p:tags r:id="rId21"/>
            </p:custDataLst>
          </p:nvPr>
        </p:nvCxnSpPr>
        <p:spPr>
          <a:xfrm flipH="1">
            <a:off x="2591254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1860158D-E7EB-F7E1-5485-BD68768AA5D2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323669" y="342900"/>
            <a:ext cx="2386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00000"/>
              </a:lnSpc>
            </a:pPr>
            <a:r>
              <a:rPr lang="zh-CN" altLang="en-US" b="1" dirty="0">
                <a:latin typeface="MiSans Semibold" pitchFamily="2" charset="-122"/>
                <a:ea typeface="MiSans Semibold" pitchFamily="2" charset="-122"/>
                <a:cs typeface="思源黑体" panose="020B0500000000000000" charset="-122"/>
              </a:rPr>
              <a:t>中期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3D636A-6745-EDF9-4B97-BAA5B7A9B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>
            <a:extLst>
              <a:ext uri="{FF2B5EF4-FFF2-40B4-BE49-F238E27FC236}">
                <a16:creationId xmlns:a16="http://schemas.microsoft.com/office/drawing/2014/main" id="{1A1F34B0-D6C2-0633-07A6-65D3ACF2AB48}"/>
              </a:ext>
            </a:extLst>
          </p:cNvPr>
          <p:cNvSpPr/>
          <p:nvPr/>
        </p:nvSpPr>
        <p:spPr>
          <a:xfrm flipH="1">
            <a:off x="717747" y="914156"/>
            <a:ext cx="6055995" cy="1461770"/>
          </a:xfrm>
          <a:custGeom>
            <a:avLst/>
            <a:gdLst>
              <a:gd name="connisteX0" fmla="*/ 0 w 6055860"/>
              <a:gd name="connsiteY0" fmla="*/ 0 h 1461770"/>
              <a:gd name="connisteX1" fmla="*/ 730885 w 6055860"/>
              <a:gd name="connsiteY1" fmla="*/ 352425 h 1461770"/>
              <a:gd name="connisteX2" fmla="*/ 1610995 w 6055860"/>
              <a:gd name="connsiteY2" fmla="*/ 343535 h 1461770"/>
              <a:gd name="connisteX3" fmla="*/ 2922905 w 6055860"/>
              <a:gd name="connsiteY3" fmla="*/ 343535 h 1461770"/>
              <a:gd name="connisteX4" fmla="*/ 4349115 w 6055860"/>
              <a:gd name="connsiteY4" fmla="*/ 211455 h 1461770"/>
              <a:gd name="connisteX5" fmla="*/ 5519420 w 6055860"/>
              <a:gd name="connsiteY5" fmla="*/ 334645 h 1461770"/>
              <a:gd name="connisteX6" fmla="*/ 6047740 w 6055860"/>
              <a:gd name="connsiteY6" fmla="*/ 827405 h 1461770"/>
              <a:gd name="connisteX7" fmla="*/ 5238115 w 6055860"/>
              <a:gd name="connsiteY7" fmla="*/ 933450 h 1461770"/>
              <a:gd name="connisteX8" fmla="*/ 5616575 w 6055860"/>
              <a:gd name="connsiteY8" fmla="*/ 1461770 h 146177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6055861" h="1461770">
                <a:moveTo>
                  <a:pt x="0" y="0"/>
                </a:moveTo>
                <a:cubicBezTo>
                  <a:pt x="128270" y="70485"/>
                  <a:pt x="408940" y="283845"/>
                  <a:pt x="730885" y="352425"/>
                </a:cubicBezTo>
                <a:cubicBezTo>
                  <a:pt x="1052830" y="421005"/>
                  <a:pt x="1172845" y="345440"/>
                  <a:pt x="1610995" y="343535"/>
                </a:cubicBezTo>
                <a:cubicBezTo>
                  <a:pt x="2049145" y="341630"/>
                  <a:pt x="2375535" y="370205"/>
                  <a:pt x="2922905" y="343535"/>
                </a:cubicBezTo>
                <a:cubicBezTo>
                  <a:pt x="3470275" y="316865"/>
                  <a:pt x="3829685" y="213360"/>
                  <a:pt x="4349115" y="211455"/>
                </a:cubicBezTo>
                <a:cubicBezTo>
                  <a:pt x="4868545" y="209550"/>
                  <a:pt x="5179695" y="211455"/>
                  <a:pt x="5519420" y="334645"/>
                </a:cubicBezTo>
                <a:cubicBezTo>
                  <a:pt x="5859145" y="457835"/>
                  <a:pt x="6104255" y="707390"/>
                  <a:pt x="6047740" y="827405"/>
                </a:cubicBezTo>
                <a:cubicBezTo>
                  <a:pt x="5991225" y="947420"/>
                  <a:pt x="5324475" y="806450"/>
                  <a:pt x="5238115" y="933450"/>
                </a:cubicBezTo>
                <a:cubicBezTo>
                  <a:pt x="5151755" y="1060450"/>
                  <a:pt x="5524500" y="1358265"/>
                  <a:pt x="5616575" y="1461770"/>
                </a:cubicBezTo>
              </a:path>
            </a:pathLst>
          </a:custGeom>
          <a:noFill/>
          <a:ln>
            <a:solidFill>
              <a:srgbClr val="FFE29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AEAF33C-4657-E87E-EED4-CAE2ECE2C53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7379625" y="2910879"/>
            <a:ext cx="3937519" cy="21214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/>
                </a:solidFill>
                <a:latin typeface="MiSans Semibold" pitchFamily="2" charset="-122"/>
                <a:ea typeface="MiSans Semibold" pitchFamily="2" charset="-122"/>
                <a:cs typeface="思源黑体 Medium" panose="020B0600000000000000" charset="-122"/>
              </a:rPr>
              <a:t>  前期销售具备一定的规模后，我们将拓展线下门店，首先在上海等一线城市发展，考虑到上海是我们目标群体的主要分布地，且上海对宠物较为友好，我们相信</a:t>
            </a:r>
            <a:r>
              <a:rPr lang="en-US" altLang="zh-CN" sz="1400" dirty="0" err="1">
                <a:solidFill>
                  <a:schemeClr val="tx1"/>
                </a:solidFill>
                <a:latin typeface="MiSans Semibold" pitchFamily="2" charset="-122"/>
                <a:ea typeface="MiSans Semibold" pitchFamily="2" charset="-122"/>
                <a:cs typeface="思源黑体 Medium" panose="020B0600000000000000" charset="-122"/>
              </a:rPr>
              <a:t>yogo</a:t>
            </a:r>
            <a:r>
              <a:rPr lang="zh-CN" altLang="en-US" sz="1400" dirty="0">
                <a:solidFill>
                  <a:schemeClr val="tx1"/>
                </a:solidFill>
                <a:latin typeface="MiSans Semibold" pitchFamily="2" charset="-122"/>
                <a:ea typeface="MiSans Semibold" pitchFamily="2" charset="-122"/>
                <a:cs typeface="思源黑体 Medium" panose="020B0600000000000000" charset="-122"/>
              </a:rPr>
              <a:t>能在上海取得更好地发展，然后进入下沉市场，走向全国。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D998023-4599-5781-5BDC-C3DA4D1AA00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16147" y="874786"/>
            <a:ext cx="6456680" cy="6521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4000" dirty="0">
                <a:solidFill>
                  <a:srgbClr val="CE8540"/>
                </a:solidFill>
                <a:latin typeface="Bebas" pitchFamily="2" charset="0"/>
                <a:ea typeface="MiSans Normal" pitchFamily="2" charset="-122"/>
                <a:cs typeface="G8321 Bold" panose="00000805000000000000" charset="0"/>
              </a:rPr>
              <a:t>门店扩张</a:t>
            </a:r>
            <a:endParaRPr lang="en-US" altLang="zh-CN" sz="4000" dirty="0">
              <a:solidFill>
                <a:srgbClr val="CE8540"/>
              </a:solidFill>
              <a:latin typeface="Bebas" pitchFamily="2" charset="0"/>
              <a:ea typeface="MiSans Normal" pitchFamily="2" charset="-122"/>
              <a:cs typeface="G8321 Bold" panose="00000805000000000000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FFBF10-6483-2790-4954-F63327755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4065" y="6356350"/>
            <a:ext cx="419735" cy="365125"/>
          </a:xfrm>
        </p:spPr>
        <p:txBody>
          <a:bodyPr/>
          <a:lstStyle/>
          <a:p>
            <a:fld id="{9A0DB2DC-4C9A-4742-B13C-FB6460FD3503}" type="slidenum">
              <a:rPr lang="en-US" altLang="zh-CN" smtClean="0">
                <a:latin typeface="Bebas" pitchFamily="2" charset="0"/>
                <a:cs typeface="G8321 Medium" panose="00000605000000000000" charset="0"/>
              </a:rPr>
              <a:t>15</a:t>
            </a:fld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0E2F580-23EF-4419-8879-29D06B618059}"/>
              </a:ext>
            </a:extLst>
          </p:cNvPr>
          <p:cNvSpPr/>
          <p:nvPr/>
        </p:nvSpPr>
        <p:spPr>
          <a:xfrm>
            <a:off x="635" y="0"/>
            <a:ext cx="12191365" cy="6857365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5C3390BD-DCD1-C9CF-5BC5-285B234AB46D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241119" y="259080"/>
            <a:ext cx="258635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4D2C0170-AC02-CD7B-7B68-0F3ADCDC5AB4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234134" y="796290"/>
            <a:ext cx="258635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CFAA92E5-A726-8DEE-4660-56CF24BB833E}"/>
              </a:ext>
            </a:extLst>
          </p:cNvPr>
          <p:cNvCxnSpPr/>
          <p:nvPr/>
        </p:nvCxnSpPr>
        <p:spPr>
          <a:xfrm flipH="1">
            <a:off x="323669" y="27114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631EA77A-9E4F-1670-4D09-4BDDCA81E54C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 flipH="1">
            <a:off x="483054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78BB6A46-1DFE-7474-C139-1AC52E6248B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 flipH="1">
            <a:off x="642439" y="27368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A949C3C5-CB0F-C7E5-AC2C-62224BFA711F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 flipH="1">
            <a:off x="793569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79A57C20-C6B3-CEF8-2DC9-D5D5EE857927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 flipH="1">
            <a:off x="920569" y="27305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E2763FE1-EB77-C746-BA04-1B8814241115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 flipH="1">
            <a:off x="1079954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F77FAB1E-92FE-FD44-FBF0-5B0D74AD24C8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 flipH="1">
            <a:off x="1239339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D71CA713-5BD1-87BB-8A7C-E7F61E2B0801}"/>
              </a:ext>
            </a:extLst>
          </p:cNvPr>
          <p:cNvCxnSpPr/>
          <p:nvPr>
            <p:custDataLst>
              <p:tags r:id="rId11"/>
            </p:custDataLst>
          </p:nvPr>
        </p:nvCxnSpPr>
        <p:spPr>
          <a:xfrm flipH="1">
            <a:off x="1390469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8E9A6819-C63C-0A03-1CA2-A44E3B574D61}"/>
              </a:ext>
            </a:extLst>
          </p:cNvPr>
          <p:cNvCxnSpPr/>
          <p:nvPr>
            <p:custDataLst>
              <p:tags r:id="rId12"/>
            </p:custDataLst>
          </p:nvPr>
        </p:nvCxnSpPr>
        <p:spPr>
          <a:xfrm flipH="1">
            <a:off x="1512389" y="27305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91E15D26-4384-DDBC-1726-AFF9B06F502C}"/>
              </a:ext>
            </a:extLst>
          </p:cNvPr>
          <p:cNvCxnSpPr/>
          <p:nvPr>
            <p:custDataLst>
              <p:tags r:id="rId13"/>
            </p:custDataLst>
          </p:nvPr>
        </p:nvCxnSpPr>
        <p:spPr>
          <a:xfrm flipH="1">
            <a:off x="1671774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F04D1D93-4A67-AB91-1E9F-5C63E3B68059}"/>
              </a:ext>
            </a:extLst>
          </p:cNvPr>
          <p:cNvCxnSpPr/>
          <p:nvPr>
            <p:custDataLst>
              <p:tags r:id="rId14"/>
            </p:custDataLst>
          </p:nvPr>
        </p:nvCxnSpPr>
        <p:spPr>
          <a:xfrm flipH="1">
            <a:off x="1831159" y="27559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29450C65-11EE-29CA-0D7B-71789FF70861}"/>
              </a:ext>
            </a:extLst>
          </p:cNvPr>
          <p:cNvCxnSpPr/>
          <p:nvPr>
            <p:custDataLst>
              <p:tags r:id="rId15"/>
            </p:custDataLst>
          </p:nvPr>
        </p:nvCxnSpPr>
        <p:spPr>
          <a:xfrm flipH="1">
            <a:off x="1982289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E1F8438B-0EE1-8FCA-4B97-E11C16C3C31F}"/>
              </a:ext>
            </a:extLst>
          </p:cNvPr>
          <p:cNvCxnSpPr/>
          <p:nvPr>
            <p:custDataLst>
              <p:tags r:id="rId16"/>
            </p:custDataLst>
          </p:nvPr>
        </p:nvCxnSpPr>
        <p:spPr>
          <a:xfrm flipH="1">
            <a:off x="2121354" y="27114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C738D53-B6F1-58EE-C678-1181FDA82670}"/>
              </a:ext>
            </a:extLst>
          </p:cNvPr>
          <p:cNvCxnSpPr/>
          <p:nvPr>
            <p:custDataLst>
              <p:tags r:id="rId17"/>
            </p:custDataLst>
          </p:nvPr>
        </p:nvCxnSpPr>
        <p:spPr>
          <a:xfrm flipH="1">
            <a:off x="2280739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D5DC749F-3F9F-D235-6201-3EFC43308D0A}"/>
              </a:ext>
            </a:extLst>
          </p:cNvPr>
          <p:cNvCxnSpPr/>
          <p:nvPr>
            <p:custDataLst>
              <p:tags r:id="rId18"/>
            </p:custDataLst>
          </p:nvPr>
        </p:nvCxnSpPr>
        <p:spPr>
          <a:xfrm flipH="1">
            <a:off x="2440124" y="27368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5DB0699D-E41D-45D8-83B8-198EEBFD9641}"/>
              </a:ext>
            </a:extLst>
          </p:cNvPr>
          <p:cNvCxnSpPr/>
          <p:nvPr>
            <p:custDataLst>
              <p:tags r:id="rId19"/>
            </p:custDataLst>
          </p:nvPr>
        </p:nvCxnSpPr>
        <p:spPr>
          <a:xfrm flipH="1">
            <a:off x="2591254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EA3A5F71-1615-069B-BA92-9E5A192DEA0B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323669" y="342900"/>
            <a:ext cx="2386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00000"/>
              </a:lnSpc>
            </a:pPr>
            <a:r>
              <a:rPr lang="zh-CN" altLang="en-US" b="1" dirty="0">
                <a:latin typeface="MiSans Semibold" pitchFamily="2" charset="-122"/>
                <a:ea typeface="MiSans Semibold" pitchFamily="2" charset="-122"/>
                <a:cs typeface="思源黑体" panose="020B0500000000000000" charset="-122"/>
              </a:rPr>
              <a:t>中期</a:t>
            </a: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1770A478-BD04-5422-E821-A6C983EA89A6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747" y="1517563"/>
            <a:ext cx="5944766" cy="490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4053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C374BA-CA89-F7E5-9A02-7A6D48D46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22350DA-E941-BE69-6292-E705C055EB83}"/>
              </a:ext>
            </a:extLst>
          </p:cNvPr>
          <p:cNvCxnSpPr/>
          <p:nvPr>
            <p:custDataLst>
              <p:tags r:id="rId1"/>
            </p:custDataLst>
          </p:nvPr>
        </p:nvCxnSpPr>
        <p:spPr>
          <a:xfrm>
            <a:off x="1233805" y="1430655"/>
            <a:ext cx="0" cy="477964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8EE70093-AACF-5CBC-1E8C-BA4AE87330E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965779" y="2645233"/>
            <a:ext cx="4435019" cy="277919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  </a:t>
            </a:r>
            <a:r>
              <a:rPr lang="zh-CN" altLang="en-US" sz="14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持续关注人类的精神健康。我们将自建犬舍，联合政府培养一批专门的精神抚慰犬，精神抚慰犬不提供租赁服务，而采用会员制，为需要精神抚慰犬的顾客提供与精神抚慰犬的单独空间，如果想领养回家，我们将会邀请专业的心理专家对顾客进行精神状态评估，经评估合格后，可将精神抚慰犬认领回家。后期我们将进行定期的回访工作，确保顾客的精神状态得到改善，且保障狗狗良好的生存环境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EFCBE61-CD78-F8AD-4E91-0B2472836CD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249046" y="1263016"/>
            <a:ext cx="4305598" cy="4432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3600" dirty="0">
                <a:solidFill>
                  <a:srgbClr val="CE8540"/>
                </a:solidFill>
                <a:latin typeface="Bebas" pitchFamily="2" charset="0"/>
                <a:ea typeface="MiSans Normal" pitchFamily="2" charset="-122"/>
                <a:cs typeface="G8321 Bold" panose="00000805000000000000" charset="0"/>
              </a:rPr>
              <a:t>公益计划与社会责任</a:t>
            </a:r>
            <a:endParaRPr lang="en-US" altLang="zh-CN" sz="3600" dirty="0">
              <a:solidFill>
                <a:srgbClr val="CE8540"/>
              </a:solidFill>
              <a:latin typeface="Bebas" pitchFamily="2" charset="0"/>
              <a:ea typeface="MiSans Normal" pitchFamily="2" charset="-122"/>
              <a:cs typeface="G8321 Bold" panose="00000805000000000000" charset="0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506BFB7E-2459-6900-192A-85755BC9494A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57885" y="1003935"/>
            <a:ext cx="10325100" cy="31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98505C-8B6C-3A94-E6CB-5922759BE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99140" y="6356350"/>
            <a:ext cx="454660" cy="365125"/>
          </a:xfrm>
        </p:spPr>
        <p:txBody>
          <a:bodyPr/>
          <a:lstStyle/>
          <a:p>
            <a:r>
              <a:rPr lang="en-US" altLang="zh-CN">
                <a:latin typeface="Bebas" pitchFamily="2" charset="0"/>
                <a:cs typeface="G8321 Medium" panose="00000605000000000000" charset="0"/>
              </a:rPr>
              <a:t>0</a:t>
            </a:r>
            <a:fld id="{9A0DB2DC-4C9A-4742-B13C-FB6460FD3503}" type="slidenum">
              <a:rPr lang="en-US" altLang="zh-CN" smtClean="0">
                <a:latin typeface="Bebas" pitchFamily="2" charset="0"/>
                <a:cs typeface="G8321 Medium" panose="00000605000000000000" charset="0"/>
              </a:rPr>
              <a:t>16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A61E46C-1A84-D322-00EF-CE46BFFADB5E}"/>
              </a:ext>
            </a:extLst>
          </p:cNvPr>
          <p:cNvSpPr/>
          <p:nvPr/>
        </p:nvSpPr>
        <p:spPr>
          <a:xfrm>
            <a:off x="635" y="0"/>
            <a:ext cx="12191365" cy="6857365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9869A82C-2861-55CA-26FC-99CDF8B3CB4A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241119" y="259080"/>
            <a:ext cx="258635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E332A54-3D2E-55BD-7407-B79EA5690D1A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234134" y="796290"/>
            <a:ext cx="258635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FFF8DBA9-7753-0002-EAA2-C7DFB4ABDA29}"/>
              </a:ext>
            </a:extLst>
          </p:cNvPr>
          <p:cNvCxnSpPr/>
          <p:nvPr/>
        </p:nvCxnSpPr>
        <p:spPr>
          <a:xfrm flipH="1">
            <a:off x="323669" y="27114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B3A18319-C5A8-D110-99D5-51EFA7D7F2E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 flipH="1">
            <a:off x="483054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FD61823D-32C5-A062-DC96-A91EA165F90B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 flipH="1">
            <a:off x="642439" y="27368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D1008B4D-BFD3-7FBC-ED30-94163FC22F84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 flipH="1">
            <a:off x="793569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19F5065D-98FE-DC45-6455-F55E5E840CC8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 flipH="1">
            <a:off x="920569" y="27305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033303F4-BCDD-D15B-003A-82FED0FB62BB}"/>
              </a:ext>
            </a:extLst>
          </p:cNvPr>
          <p:cNvCxnSpPr/>
          <p:nvPr>
            <p:custDataLst>
              <p:tags r:id="rId11"/>
            </p:custDataLst>
          </p:nvPr>
        </p:nvCxnSpPr>
        <p:spPr>
          <a:xfrm flipH="1">
            <a:off x="1079954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BF0F634D-D08C-E157-B993-CC168C4ABE5A}"/>
              </a:ext>
            </a:extLst>
          </p:cNvPr>
          <p:cNvCxnSpPr/>
          <p:nvPr>
            <p:custDataLst>
              <p:tags r:id="rId12"/>
            </p:custDataLst>
          </p:nvPr>
        </p:nvCxnSpPr>
        <p:spPr>
          <a:xfrm flipH="1">
            <a:off x="1239339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9A4AD8A2-6C83-493E-7849-8B8420D64285}"/>
              </a:ext>
            </a:extLst>
          </p:cNvPr>
          <p:cNvCxnSpPr/>
          <p:nvPr>
            <p:custDataLst>
              <p:tags r:id="rId13"/>
            </p:custDataLst>
          </p:nvPr>
        </p:nvCxnSpPr>
        <p:spPr>
          <a:xfrm flipH="1">
            <a:off x="1390469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5D0933D4-B29C-4E54-47A0-53504CED2A5C}"/>
              </a:ext>
            </a:extLst>
          </p:cNvPr>
          <p:cNvCxnSpPr/>
          <p:nvPr>
            <p:custDataLst>
              <p:tags r:id="rId14"/>
            </p:custDataLst>
          </p:nvPr>
        </p:nvCxnSpPr>
        <p:spPr>
          <a:xfrm flipH="1">
            <a:off x="1512389" y="27305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A871907B-59A1-6601-D5B0-F5A40986B11D}"/>
              </a:ext>
            </a:extLst>
          </p:cNvPr>
          <p:cNvCxnSpPr/>
          <p:nvPr>
            <p:custDataLst>
              <p:tags r:id="rId15"/>
            </p:custDataLst>
          </p:nvPr>
        </p:nvCxnSpPr>
        <p:spPr>
          <a:xfrm flipH="1">
            <a:off x="1671774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886D1A2-62CE-297B-1A12-F23047091082}"/>
              </a:ext>
            </a:extLst>
          </p:cNvPr>
          <p:cNvCxnSpPr/>
          <p:nvPr>
            <p:custDataLst>
              <p:tags r:id="rId16"/>
            </p:custDataLst>
          </p:nvPr>
        </p:nvCxnSpPr>
        <p:spPr>
          <a:xfrm flipH="1">
            <a:off x="1831159" y="27559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FD15B25A-9CC6-565C-80A9-50B6AE969B94}"/>
              </a:ext>
            </a:extLst>
          </p:cNvPr>
          <p:cNvCxnSpPr/>
          <p:nvPr>
            <p:custDataLst>
              <p:tags r:id="rId17"/>
            </p:custDataLst>
          </p:nvPr>
        </p:nvCxnSpPr>
        <p:spPr>
          <a:xfrm flipH="1">
            <a:off x="1982289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A681FBDA-3C87-4BFA-728F-ED537C2C9C23}"/>
              </a:ext>
            </a:extLst>
          </p:cNvPr>
          <p:cNvCxnSpPr/>
          <p:nvPr>
            <p:custDataLst>
              <p:tags r:id="rId18"/>
            </p:custDataLst>
          </p:nvPr>
        </p:nvCxnSpPr>
        <p:spPr>
          <a:xfrm flipH="1">
            <a:off x="2121354" y="27114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6F463B69-C804-4D58-FD6D-565E2273069F}"/>
              </a:ext>
            </a:extLst>
          </p:cNvPr>
          <p:cNvCxnSpPr/>
          <p:nvPr>
            <p:custDataLst>
              <p:tags r:id="rId19"/>
            </p:custDataLst>
          </p:nvPr>
        </p:nvCxnSpPr>
        <p:spPr>
          <a:xfrm flipH="1">
            <a:off x="2280739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7E7A6966-9FEC-EDBA-FEA8-12E23F1EBD66}"/>
              </a:ext>
            </a:extLst>
          </p:cNvPr>
          <p:cNvCxnSpPr/>
          <p:nvPr>
            <p:custDataLst>
              <p:tags r:id="rId20"/>
            </p:custDataLst>
          </p:nvPr>
        </p:nvCxnSpPr>
        <p:spPr>
          <a:xfrm flipH="1">
            <a:off x="2440124" y="27368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4D808096-A2A7-3814-1266-BCFB3BC451CC}"/>
              </a:ext>
            </a:extLst>
          </p:cNvPr>
          <p:cNvCxnSpPr/>
          <p:nvPr>
            <p:custDataLst>
              <p:tags r:id="rId21"/>
            </p:custDataLst>
          </p:nvPr>
        </p:nvCxnSpPr>
        <p:spPr>
          <a:xfrm flipH="1">
            <a:off x="2591254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3A03AE42-7D22-4F14-CAA2-3AC231E57664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323669" y="342900"/>
            <a:ext cx="2386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00000"/>
              </a:lnSpc>
            </a:pPr>
            <a:r>
              <a:rPr lang="zh-CN" altLang="en-US" b="1" dirty="0">
                <a:latin typeface="MiSans Semibold" pitchFamily="2" charset="-122"/>
                <a:ea typeface="MiSans Semibold" pitchFamily="2" charset="-122"/>
                <a:cs typeface="思源黑体" panose="020B0500000000000000" charset="-122"/>
              </a:rPr>
              <a:t>后期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991B5F7-B93D-BD11-400C-B3CE83F83A34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75"/>
          <a:stretch/>
        </p:blipFill>
        <p:spPr>
          <a:xfrm>
            <a:off x="7149712" y="2542640"/>
            <a:ext cx="2984381" cy="277919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4AEA2FE3-DBA3-7191-05AE-16C1B2D78095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713" y="2542640"/>
            <a:ext cx="2984380" cy="298438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203E232-D3C3-2CEF-42D8-8B5552D71778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712" y="2542640"/>
            <a:ext cx="2984380" cy="298438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44D2B93-DCE5-DE85-A0D0-EF5BD1E6A61E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712" y="2542641"/>
            <a:ext cx="2984380" cy="2984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6977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105505-6816-B405-41E3-A7343C3FE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BC7DAEC-BB42-82CC-F2D8-67FA42C72D7D}"/>
              </a:ext>
            </a:extLst>
          </p:cNvPr>
          <p:cNvCxnSpPr/>
          <p:nvPr>
            <p:custDataLst>
              <p:tags r:id="rId1"/>
            </p:custDataLst>
          </p:nvPr>
        </p:nvCxnSpPr>
        <p:spPr>
          <a:xfrm>
            <a:off x="1233805" y="1430655"/>
            <a:ext cx="0" cy="477964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ADB2B79A-4E8A-979D-1C21-AE2F8227A4C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982289" y="2971718"/>
            <a:ext cx="4435019" cy="192103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  我们在盈利后将与动物保护组织合作着手创建“流浪狗职业培训计划”，在全国各地打造流浪狗之家，并定期开展公益活动筹集运营经费，用于流浪狗的饮食和救治等。当地的共享狗咖会“收编”完成职业培训的狗狗，实现流浪狗再就业。同时，积极促成“以领养代替购买”，并定期回访，确保狗狗的生活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C621F46-4B3D-5366-0D03-3B61DB7A616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249046" y="1263016"/>
            <a:ext cx="4305598" cy="4432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3600" dirty="0">
                <a:solidFill>
                  <a:srgbClr val="CE8540"/>
                </a:solidFill>
                <a:latin typeface="Bebas" pitchFamily="2" charset="0"/>
                <a:ea typeface="MiSans Normal" pitchFamily="2" charset="-122"/>
                <a:cs typeface="G8321 Bold" panose="00000805000000000000" charset="0"/>
              </a:rPr>
              <a:t>公益计划与社会责任</a:t>
            </a:r>
            <a:endParaRPr lang="en-US" altLang="zh-CN" sz="3600" dirty="0">
              <a:solidFill>
                <a:srgbClr val="CE8540"/>
              </a:solidFill>
              <a:latin typeface="Bebas" pitchFamily="2" charset="0"/>
              <a:ea typeface="MiSans Normal" pitchFamily="2" charset="-122"/>
              <a:cs typeface="G8321 Bold" panose="00000805000000000000" charset="0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51BF0D51-C8AB-0885-4C7D-D4EC0FE04476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57885" y="1003935"/>
            <a:ext cx="10325100" cy="31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E329F3-85BF-FA77-D718-637208FF6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99140" y="6356350"/>
            <a:ext cx="454660" cy="365125"/>
          </a:xfrm>
        </p:spPr>
        <p:txBody>
          <a:bodyPr/>
          <a:lstStyle/>
          <a:p>
            <a:r>
              <a:rPr lang="en-US" altLang="zh-CN">
                <a:latin typeface="Bebas" pitchFamily="2" charset="0"/>
                <a:cs typeface="G8321 Medium" panose="00000605000000000000" charset="0"/>
              </a:rPr>
              <a:t>0</a:t>
            </a:r>
            <a:fld id="{9A0DB2DC-4C9A-4742-B13C-FB6460FD3503}" type="slidenum">
              <a:rPr lang="en-US" altLang="zh-CN" smtClean="0">
                <a:latin typeface="Bebas" pitchFamily="2" charset="0"/>
                <a:cs typeface="G8321 Medium" panose="00000605000000000000" charset="0"/>
              </a:rPr>
              <a:t>17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7FCE8B7-68FC-4275-4317-477F4D66FC6E}"/>
              </a:ext>
            </a:extLst>
          </p:cNvPr>
          <p:cNvSpPr/>
          <p:nvPr/>
        </p:nvSpPr>
        <p:spPr>
          <a:xfrm>
            <a:off x="635" y="0"/>
            <a:ext cx="12191365" cy="6857365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D4CEB1F-3205-5C28-EEDD-C76F4CCF3AE3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241119" y="259080"/>
            <a:ext cx="258635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00CA289-80DD-0D1F-640B-2509DD428ACA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234134" y="796290"/>
            <a:ext cx="258635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F9977D12-A159-0EF3-BB91-157B531CDF08}"/>
              </a:ext>
            </a:extLst>
          </p:cNvPr>
          <p:cNvCxnSpPr/>
          <p:nvPr/>
        </p:nvCxnSpPr>
        <p:spPr>
          <a:xfrm flipH="1">
            <a:off x="323669" y="27114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BB9FDC5A-9744-9D18-945C-0AB5DE1AB291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 flipH="1">
            <a:off x="483054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3C2B3410-E834-A3AD-2628-5F5269B2F4CD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 flipH="1">
            <a:off x="642439" y="27368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EA29D83-16AC-85C3-1F8E-A1107AB61254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 flipH="1">
            <a:off x="793569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FFE6D084-CF8B-CEC0-46C9-B12FB015CAE3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 flipH="1">
            <a:off x="920569" y="27305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F4A4C213-5FB3-648C-1D81-C673EBBFA9B3}"/>
              </a:ext>
            </a:extLst>
          </p:cNvPr>
          <p:cNvCxnSpPr/>
          <p:nvPr>
            <p:custDataLst>
              <p:tags r:id="rId11"/>
            </p:custDataLst>
          </p:nvPr>
        </p:nvCxnSpPr>
        <p:spPr>
          <a:xfrm flipH="1">
            <a:off x="1079954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27F2A7E3-0C94-3758-CC90-BE85D9644EFB}"/>
              </a:ext>
            </a:extLst>
          </p:cNvPr>
          <p:cNvCxnSpPr/>
          <p:nvPr>
            <p:custDataLst>
              <p:tags r:id="rId12"/>
            </p:custDataLst>
          </p:nvPr>
        </p:nvCxnSpPr>
        <p:spPr>
          <a:xfrm flipH="1">
            <a:off x="1239339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59D478B7-8C9B-E3DE-9B67-64D4DA6D37F6}"/>
              </a:ext>
            </a:extLst>
          </p:cNvPr>
          <p:cNvCxnSpPr/>
          <p:nvPr>
            <p:custDataLst>
              <p:tags r:id="rId13"/>
            </p:custDataLst>
          </p:nvPr>
        </p:nvCxnSpPr>
        <p:spPr>
          <a:xfrm flipH="1">
            <a:off x="1390469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57BFC226-1924-7D21-D281-EB2FC80BD05B}"/>
              </a:ext>
            </a:extLst>
          </p:cNvPr>
          <p:cNvCxnSpPr/>
          <p:nvPr>
            <p:custDataLst>
              <p:tags r:id="rId14"/>
            </p:custDataLst>
          </p:nvPr>
        </p:nvCxnSpPr>
        <p:spPr>
          <a:xfrm flipH="1">
            <a:off x="1512389" y="27305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081D3E57-AC12-A555-7908-D07DE08AB537}"/>
              </a:ext>
            </a:extLst>
          </p:cNvPr>
          <p:cNvCxnSpPr/>
          <p:nvPr>
            <p:custDataLst>
              <p:tags r:id="rId15"/>
            </p:custDataLst>
          </p:nvPr>
        </p:nvCxnSpPr>
        <p:spPr>
          <a:xfrm flipH="1">
            <a:off x="1671774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607410D7-E9DE-FFFD-6AEE-3A0588AF021E}"/>
              </a:ext>
            </a:extLst>
          </p:cNvPr>
          <p:cNvCxnSpPr/>
          <p:nvPr>
            <p:custDataLst>
              <p:tags r:id="rId16"/>
            </p:custDataLst>
          </p:nvPr>
        </p:nvCxnSpPr>
        <p:spPr>
          <a:xfrm flipH="1">
            <a:off x="1831159" y="27559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574639F2-F95F-3A46-34A6-14AC16C5274A}"/>
              </a:ext>
            </a:extLst>
          </p:cNvPr>
          <p:cNvCxnSpPr/>
          <p:nvPr>
            <p:custDataLst>
              <p:tags r:id="rId17"/>
            </p:custDataLst>
          </p:nvPr>
        </p:nvCxnSpPr>
        <p:spPr>
          <a:xfrm flipH="1">
            <a:off x="1982289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CB21C16F-D8E6-4B5B-AD89-9EDECE4C8F4C}"/>
              </a:ext>
            </a:extLst>
          </p:cNvPr>
          <p:cNvCxnSpPr/>
          <p:nvPr>
            <p:custDataLst>
              <p:tags r:id="rId18"/>
            </p:custDataLst>
          </p:nvPr>
        </p:nvCxnSpPr>
        <p:spPr>
          <a:xfrm flipH="1">
            <a:off x="2121354" y="27114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A1B75631-3CC2-FE5F-A4A1-57BB5BDFE8C9}"/>
              </a:ext>
            </a:extLst>
          </p:cNvPr>
          <p:cNvCxnSpPr/>
          <p:nvPr>
            <p:custDataLst>
              <p:tags r:id="rId19"/>
            </p:custDataLst>
          </p:nvPr>
        </p:nvCxnSpPr>
        <p:spPr>
          <a:xfrm flipH="1">
            <a:off x="2280739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64A2F655-4716-34BE-98DB-AE68CF546AE4}"/>
              </a:ext>
            </a:extLst>
          </p:cNvPr>
          <p:cNvCxnSpPr/>
          <p:nvPr>
            <p:custDataLst>
              <p:tags r:id="rId20"/>
            </p:custDataLst>
          </p:nvPr>
        </p:nvCxnSpPr>
        <p:spPr>
          <a:xfrm flipH="1">
            <a:off x="2440124" y="27368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30B6B9F7-0260-DADE-2747-F2B95D91AD19}"/>
              </a:ext>
            </a:extLst>
          </p:cNvPr>
          <p:cNvCxnSpPr/>
          <p:nvPr>
            <p:custDataLst>
              <p:tags r:id="rId21"/>
            </p:custDataLst>
          </p:nvPr>
        </p:nvCxnSpPr>
        <p:spPr>
          <a:xfrm flipH="1">
            <a:off x="2591254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BE66EECA-10A0-041B-A062-F9D32A104FFB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323669" y="342900"/>
            <a:ext cx="2386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00000"/>
              </a:lnSpc>
            </a:pPr>
            <a:r>
              <a:rPr lang="zh-CN" altLang="en-US" b="1" dirty="0">
                <a:latin typeface="MiSans Semibold" pitchFamily="2" charset="-122"/>
                <a:ea typeface="MiSans Semibold" pitchFamily="2" charset="-122"/>
                <a:cs typeface="思源黑体" panose="020B0500000000000000" charset="-122"/>
              </a:rPr>
              <a:t>后期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283E60C-8C5C-44FE-F33D-D6F445E24336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75"/>
          <a:stretch/>
        </p:blipFill>
        <p:spPr>
          <a:xfrm>
            <a:off x="7149712" y="2542640"/>
            <a:ext cx="2984381" cy="277919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4B32BD6-88AC-7094-C509-466B079E586B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713" y="2542640"/>
            <a:ext cx="2984380" cy="298438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0D499BE-3433-0F1C-C75B-5053CA949F48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712" y="2542640"/>
            <a:ext cx="2984380" cy="2984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4174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0F9861-3B21-72AC-4E18-B315E0373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20216ED-0DBA-6C8B-FBC3-6905616FE48F}"/>
              </a:ext>
            </a:extLst>
          </p:cNvPr>
          <p:cNvCxnSpPr/>
          <p:nvPr>
            <p:custDataLst>
              <p:tags r:id="rId1"/>
            </p:custDataLst>
          </p:nvPr>
        </p:nvCxnSpPr>
        <p:spPr>
          <a:xfrm>
            <a:off x="1233805" y="1430655"/>
            <a:ext cx="0" cy="477964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3DCAFA3E-6E6B-5279-DE9F-6C138A40DCC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965779" y="3021011"/>
            <a:ext cx="4435019" cy="139065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  具备向海外市场拓展的潜力，经调查，美国拥有完备的宠物相关法案，且具备巨大的精神抚慰犬市场，我们可以将业务拓展到海外，同时对内推动国内关于动物法案的完备。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CDAD45F-2A19-9A00-4833-3BBBE8322CC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249046" y="1263016"/>
            <a:ext cx="4305598" cy="4432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3600" dirty="0">
                <a:solidFill>
                  <a:srgbClr val="CE8540"/>
                </a:solidFill>
                <a:latin typeface="Bebas" pitchFamily="2" charset="0"/>
                <a:ea typeface="MiSans Normal" pitchFamily="2" charset="-122"/>
                <a:cs typeface="G8321 Bold" panose="00000805000000000000" charset="0"/>
              </a:rPr>
              <a:t>海外业务拓展</a:t>
            </a:r>
            <a:endParaRPr lang="en-US" altLang="zh-CN" sz="3600" dirty="0">
              <a:solidFill>
                <a:srgbClr val="CE8540"/>
              </a:solidFill>
              <a:latin typeface="Bebas" pitchFamily="2" charset="0"/>
              <a:ea typeface="MiSans Normal" pitchFamily="2" charset="-122"/>
              <a:cs typeface="G8321 Bold" panose="00000805000000000000" charset="0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2EC0B9AB-2000-DAE9-AA81-555496701717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57885" y="1003935"/>
            <a:ext cx="10325100" cy="31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37A3CC-442D-7BA3-331A-21662E7E1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99140" y="6356350"/>
            <a:ext cx="454660" cy="365125"/>
          </a:xfrm>
        </p:spPr>
        <p:txBody>
          <a:bodyPr/>
          <a:lstStyle/>
          <a:p>
            <a:r>
              <a:rPr lang="en-US" altLang="zh-CN">
                <a:latin typeface="Bebas" pitchFamily="2" charset="0"/>
                <a:cs typeface="G8321 Medium" panose="00000605000000000000" charset="0"/>
              </a:rPr>
              <a:t>0</a:t>
            </a:r>
            <a:fld id="{9A0DB2DC-4C9A-4742-B13C-FB6460FD3503}" type="slidenum">
              <a:rPr lang="en-US" altLang="zh-CN" smtClean="0">
                <a:latin typeface="Bebas" pitchFamily="2" charset="0"/>
                <a:cs typeface="G8321 Medium" panose="00000605000000000000" charset="0"/>
              </a:rPr>
              <a:t>18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C269132-774A-0564-7F61-66DF9513C853}"/>
              </a:ext>
            </a:extLst>
          </p:cNvPr>
          <p:cNvSpPr/>
          <p:nvPr/>
        </p:nvSpPr>
        <p:spPr>
          <a:xfrm>
            <a:off x="635" y="0"/>
            <a:ext cx="12191365" cy="6857365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858EF005-AE81-D5A6-6E57-846AE17FF50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241119" y="259080"/>
            <a:ext cx="258635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C5BD9D3-2F30-AF5F-DF33-80540F04F5B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234134" y="796290"/>
            <a:ext cx="258635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D433C9A0-DCB1-1828-CC6F-03B6C3B5A9E7}"/>
              </a:ext>
            </a:extLst>
          </p:cNvPr>
          <p:cNvCxnSpPr/>
          <p:nvPr/>
        </p:nvCxnSpPr>
        <p:spPr>
          <a:xfrm flipH="1">
            <a:off x="323669" y="27114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D3459DC-A74B-3EB3-7020-59D275516EB4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 flipH="1">
            <a:off x="483054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6F59E2EA-F8BA-C896-2501-94165071B1D4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 flipH="1">
            <a:off x="642439" y="27368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C731939F-89B4-FB8F-8945-C837E5EADF9E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 flipH="1">
            <a:off x="793569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47EAFDF2-A7CF-B876-91A0-FC3D101E966A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 flipH="1">
            <a:off x="920569" y="27305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79E0E189-A27C-9B4D-25A2-0BB74BE688CC}"/>
              </a:ext>
            </a:extLst>
          </p:cNvPr>
          <p:cNvCxnSpPr/>
          <p:nvPr>
            <p:custDataLst>
              <p:tags r:id="rId11"/>
            </p:custDataLst>
          </p:nvPr>
        </p:nvCxnSpPr>
        <p:spPr>
          <a:xfrm flipH="1">
            <a:off x="1079954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C248C67E-806F-DD3E-67D9-475794010A0B}"/>
              </a:ext>
            </a:extLst>
          </p:cNvPr>
          <p:cNvCxnSpPr/>
          <p:nvPr>
            <p:custDataLst>
              <p:tags r:id="rId12"/>
            </p:custDataLst>
          </p:nvPr>
        </p:nvCxnSpPr>
        <p:spPr>
          <a:xfrm flipH="1">
            <a:off x="1239339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5FE56025-453E-B9A6-C588-030A4D373F4D}"/>
              </a:ext>
            </a:extLst>
          </p:cNvPr>
          <p:cNvCxnSpPr/>
          <p:nvPr>
            <p:custDataLst>
              <p:tags r:id="rId13"/>
            </p:custDataLst>
          </p:nvPr>
        </p:nvCxnSpPr>
        <p:spPr>
          <a:xfrm flipH="1">
            <a:off x="1390469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BA2B1561-B1EF-EA67-F569-D5438CD6DBDB}"/>
              </a:ext>
            </a:extLst>
          </p:cNvPr>
          <p:cNvCxnSpPr/>
          <p:nvPr>
            <p:custDataLst>
              <p:tags r:id="rId14"/>
            </p:custDataLst>
          </p:nvPr>
        </p:nvCxnSpPr>
        <p:spPr>
          <a:xfrm flipH="1">
            <a:off x="1512389" y="27305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DA1B2485-B65F-337C-6846-C581C20924EC}"/>
              </a:ext>
            </a:extLst>
          </p:cNvPr>
          <p:cNvCxnSpPr/>
          <p:nvPr>
            <p:custDataLst>
              <p:tags r:id="rId15"/>
            </p:custDataLst>
          </p:nvPr>
        </p:nvCxnSpPr>
        <p:spPr>
          <a:xfrm flipH="1">
            <a:off x="1671774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96B71F9A-D76D-4EF9-EC55-7341BB9AA920}"/>
              </a:ext>
            </a:extLst>
          </p:cNvPr>
          <p:cNvCxnSpPr/>
          <p:nvPr>
            <p:custDataLst>
              <p:tags r:id="rId16"/>
            </p:custDataLst>
          </p:nvPr>
        </p:nvCxnSpPr>
        <p:spPr>
          <a:xfrm flipH="1">
            <a:off x="1831159" y="27559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018E9D00-FC01-1FF7-7924-17B81B6B78E7}"/>
              </a:ext>
            </a:extLst>
          </p:cNvPr>
          <p:cNvCxnSpPr/>
          <p:nvPr>
            <p:custDataLst>
              <p:tags r:id="rId17"/>
            </p:custDataLst>
          </p:nvPr>
        </p:nvCxnSpPr>
        <p:spPr>
          <a:xfrm flipH="1">
            <a:off x="1982289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94270049-7CD0-CD8C-06B2-00BDF2749F84}"/>
              </a:ext>
            </a:extLst>
          </p:cNvPr>
          <p:cNvCxnSpPr/>
          <p:nvPr>
            <p:custDataLst>
              <p:tags r:id="rId18"/>
            </p:custDataLst>
          </p:nvPr>
        </p:nvCxnSpPr>
        <p:spPr>
          <a:xfrm flipH="1">
            <a:off x="2121354" y="27114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B057CB4-8E9E-691F-7B34-3F7F7569E25A}"/>
              </a:ext>
            </a:extLst>
          </p:cNvPr>
          <p:cNvCxnSpPr/>
          <p:nvPr>
            <p:custDataLst>
              <p:tags r:id="rId19"/>
            </p:custDataLst>
          </p:nvPr>
        </p:nvCxnSpPr>
        <p:spPr>
          <a:xfrm flipH="1">
            <a:off x="2280739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E4FDD274-EAA2-EB46-6179-FC747B12B89E}"/>
              </a:ext>
            </a:extLst>
          </p:cNvPr>
          <p:cNvCxnSpPr/>
          <p:nvPr>
            <p:custDataLst>
              <p:tags r:id="rId20"/>
            </p:custDataLst>
          </p:nvPr>
        </p:nvCxnSpPr>
        <p:spPr>
          <a:xfrm flipH="1">
            <a:off x="2440124" y="27368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0E191DB1-C754-4BA6-BF02-2726E2122A25}"/>
              </a:ext>
            </a:extLst>
          </p:cNvPr>
          <p:cNvCxnSpPr/>
          <p:nvPr>
            <p:custDataLst>
              <p:tags r:id="rId21"/>
            </p:custDataLst>
          </p:nvPr>
        </p:nvCxnSpPr>
        <p:spPr>
          <a:xfrm flipH="1">
            <a:off x="2591254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B1E15A39-AF43-35B2-03BA-4B2A305BEFFA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323669" y="342900"/>
            <a:ext cx="2386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00000"/>
              </a:lnSpc>
            </a:pPr>
            <a:r>
              <a:rPr lang="zh-CN" altLang="en-US" b="1" dirty="0">
                <a:latin typeface="MiSans Semibold" pitchFamily="2" charset="-122"/>
                <a:ea typeface="MiSans Semibold" pitchFamily="2" charset="-122"/>
                <a:cs typeface="思源黑体" panose="020B0500000000000000" charset="-122"/>
              </a:rPr>
              <a:t>后期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06BA3D7-A102-E070-7284-F322F6922FC5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75"/>
          <a:stretch/>
        </p:blipFill>
        <p:spPr>
          <a:xfrm>
            <a:off x="7149712" y="2542640"/>
            <a:ext cx="2984381" cy="277919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FE700D3-BC03-0AC0-9E47-100E0824D16D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713" y="2542640"/>
            <a:ext cx="2984380" cy="2984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9424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E1A4C4-F63C-77D7-F903-9AD847823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46A05045-EA75-5114-759A-24202B312808}"/>
              </a:ext>
            </a:extLst>
          </p:cNvPr>
          <p:cNvCxnSpPr/>
          <p:nvPr>
            <p:custDataLst>
              <p:tags r:id="rId1"/>
            </p:custDataLst>
          </p:nvPr>
        </p:nvCxnSpPr>
        <p:spPr>
          <a:xfrm>
            <a:off x="1233805" y="1430655"/>
            <a:ext cx="0" cy="477964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637FB76D-545F-604D-2BBC-2CC5B7B46BD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965779" y="3021011"/>
            <a:ext cx="4435019" cy="139065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  孤独的情绪并非仅在青年群体中传播。老龄化社会下，我们也能提供老年孤独关怀。培养专门的老年陪伴犬，掌握各项保护技能，如老人晕倒时呼救他人帮助，让老人在有陪伴的同时也能保障一定的安全。</a:t>
            </a:r>
            <a:endParaRPr lang="en-US" altLang="zh-CN" sz="1400" dirty="0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  </a:t>
            </a:r>
            <a:r>
              <a:rPr lang="zh-CN" altLang="en-US" sz="1400" dirty="0"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同时，对于也为有狗老人提供更加贴心与定制化服务。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4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245B9AC-AA8D-9136-43F8-DD5AC64EAE5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249046" y="1263016"/>
            <a:ext cx="4305598" cy="4432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3600" dirty="0">
                <a:solidFill>
                  <a:srgbClr val="CE8540"/>
                </a:solidFill>
                <a:latin typeface="Bebas" pitchFamily="2" charset="0"/>
                <a:ea typeface="MiSans Normal" pitchFamily="2" charset="-122"/>
                <a:cs typeface="G8321 Bold" panose="00000805000000000000" charset="0"/>
              </a:rPr>
              <a:t>老年孤独关怀</a:t>
            </a:r>
            <a:endParaRPr lang="en-US" altLang="zh-CN" sz="3600" dirty="0">
              <a:solidFill>
                <a:srgbClr val="CE8540"/>
              </a:solidFill>
              <a:latin typeface="Bebas" pitchFamily="2" charset="0"/>
              <a:ea typeface="MiSans Normal" pitchFamily="2" charset="-122"/>
              <a:cs typeface="G8321 Bold" panose="00000805000000000000" charset="0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1CFC527-071A-F54D-31DD-D65FA4B7384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57885" y="1003935"/>
            <a:ext cx="10325100" cy="31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1DB243-1A65-2019-C4A3-8126D4F48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99140" y="6356350"/>
            <a:ext cx="454660" cy="365125"/>
          </a:xfrm>
        </p:spPr>
        <p:txBody>
          <a:bodyPr/>
          <a:lstStyle/>
          <a:p>
            <a:r>
              <a:rPr lang="en-US" altLang="zh-CN">
                <a:latin typeface="Bebas" pitchFamily="2" charset="0"/>
                <a:cs typeface="G8321 Medium" panose="00000605000000000000" charset="0"/>
              </a:rPr>
              <a:t>0</a:t>
            </a:r>
            <a:fld id="{9A0DB2DC-4C9A-4742-B13C-FB6460FD3503}" type="slidenum">
              <a:rPr lang="en-US" altLang="zh-CN" smtClean="0">
                <a:latin typeface="Bebas" pitchFamily="2" charset="0"/>
                <a:cs typeface="G8321 Medium" panose="00000605000000000000" charset="0"/>
              </a:rPr>
              <a:t>19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FD3F822-3D8E-5543-C9C0-99004C575F83}"/>
              </a:ext>
            </a:extLst>
          </p:cNvPr>
          <p:cNvSpPr/>
          <p:nvPr/>
        </p:nvSpPr>
        <p:spPr>
          <a:xfrm>
            <a:off x="635" y="0"/>
            <a:ext cx="12191365" cy="6857365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9C26C3D1-F198-3DFC-D539-C3AAD651F69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241119" y="259080"/>
            <a:ext cx="258635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AFB74AD-3029-2EAC-5FBB-0DC711B27D5F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234134" y="796290"/>
            <a:ext cx="258635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E14925E9-959D-6521-4E97-67D84D095485}"/>
              </a:ext>
            </a:extLst>
          </p:cNvPr>
          <p:cNvCxnSpPr/>
          <p:nvPr/>
        </p:nvCxnSpPr>
        <p:spPr>
          <a:xfrm flipH="1">
            <a:off x="323669" y="27114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6B604E35-3B65-0092-759C-CCD6859BD581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 flipH="1">
            <a:off x="483054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1320FFCF-0840-51EC-05B0-059A06514E1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 flipH="1">
            <a:off x="642439" y="27368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E318BE74-B21F-3DBE-9257-BD6C2EAAB11F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 flipH="1">
            <a:off x="793569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14982828-11AB-B9B3-2EC6-8772A0B8CA63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 flipH="1">
            <a:off x="920569" y="27305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AD586EB7-2A9E-9077-FC00-1767173A2A0D}"/>
              </a:ext>
            </a:extLst>
          </p:cNvPr>
          <p:cNvCxnSpPr/>
          <p:nvPr>
            <p:custDataLst>
              <p:tags r:id="rId11"/>
            </p:custDataLst>
          </p:nvPr>
        </p:nvCxnSpPr>
        <p:spPr>
          <a:xfrm flipH="1">
            <a:off x="1079954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81D7EA9D-18B5-537E-8A21-524746880FBA}"/>
              </a:ext>
            </a:extLst>
          </p:cNvPr>
          <p:cNvCxnSpPr/>
          <p:nvPr>
            <p:custDataLst>
              <p:tags r:id="rId12"/>
            </p:custDataLst>
          </p:nvPr>
        </p:nvCxnSpPr>
        <p:spPr>
          <a:xfrm flipH="1">
            <a:off x="1239339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ECDCA467-44AD-245C-A95C-1D03035434C8}"/>
              </a:ext>
            </a:extLst>
          </p:cNvPr>
          <p:cNvCxnSpPr/>
          <p:nvPr>
            <p:custDataLst>
              <p:tags r:id="rId13"/>
            </p:custDataLst>
          </p:nvPr>
        </p:nvCxnSpPr>
        <p:spPr>
          <a:xfrm flipH="1">
            <a:off x="1390469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FD69C16D-E284-4415-8DA2-0FC8CB072D30}"/>
              </a:ext>
            </a:extLst>
          </p:cNvPr>
          <p:cNvCxnSpPr/>
          <p:nvPr>
            <p:custDataLst>
              <p:tags r:id="rId14"/>
            </p:custDataLst>
          </p:nvPr>
        </p:nvCxnSpPr>
        <p:spPr>
          <a:xfrm flipH="1">
            <a:off x="1512389" y="27305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B61620D2-4E7F-F8C5-7576-9D4F04A8358F}"/>
              </a:ext>
            </a:extLst>
          </p:cNvPr>
          <p:cNvCxnSpPr/>
          <p:nvPr>
            <p:custDataLst>
              <p:tags r:id="rId15"/>
            </p:custDataLst>
          </p:nvPr>
        </p:nvCxnSpPr>
        <p:spPr>
          <a:xfrm flipH="1">
            <a:off x="1671774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AEA38AE7-DAA2-BC05-8BCE-C7194F910D00}"/>
              </a:ext>
            </a:extLst>
          </p:cNvPr>
          <p:cNvCxnSpPr/>
          <p:nvPr>
            <p:custDataLst>
              <p:tags r:id="rId16"/>
            </p:custDataLst>
          </p:nvPr>
        </p:nvCxnSpPr>
        <p:spPr>
          <a:xfrm flipH="1">
            <a:off x="1831159" y="27559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3E58F836-0F27-D14F-69F2-CE1754CA4F8B}"/>
              </a:ext>
            </a:extLst>
          </p:cNvPr>
          <p:cNvCxnSpPr/>
          <p:nvPr>
            <p:custDataLst>
              <p:tags r:id="rId17"/>
            </p:custDataLst>
          </p:nvPr>
        </p:nvCxnSpPr>
        <p:spPr>
          <a:xfrm flipH="1">
            <a:off x="1982289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6B452829-D123-06FA-06D6-B7160C42E733}"/>
              </a:ext>
            </a:extLst>
          </p:cNvPr>
          <p:cNvCxnSpPr/>
          <p:nvPr>
            <p:custDataLst>
              <p:tags r:id="rId18"/>
            </p:custDataLst>
          </p:nvPr>
        </p:nvCxnSpPr>
        <p:spPr>
          <a:xfrm flipH="1">
            <a:off x="2121354" y="27114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E09B2723-704D-E60D-A293-3437DDF12129}"/>
              </a:ext>
            </a:extLst>
          </p:cNvPr>
          <p:cNvCxnSpPr/>
          <p:nvPr>
            <p:custDataLst>
              <p:tags r:id="rId19"/>
            </p:custDataLst>
          </p:nvPr>
        </p:nvCxnSpPr>
        <p:spPr>
          <a:xfrm flipH="1">
            <a:off x="2280739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B73436F4-A9F6-285E-4FCC-4CD09DA85FF8}"/>
              </a:ext>
            </a:extLst>
          </p:cNvPr>
          <p:cNvCxnSpPr/>
          <p:nvPr>
            <p:custDataLst>
              <p:tags r:id="rId20"/>
            </p:custDataLst>
          </p:nvPr>
        </p:nvCxnSpPr>
        <p:spPr>
          <a:xfrm flipH="1">
            <a:off x="2440124" y="27368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CAEA8A6B-9BAD-4CCD-8B82-0FAB2A323521}"/>
              </a:ext>
            </a:extLst>
          </p:cNvPr>
          <p:cNvCxnSpPr/>
          <p:nvPr>
            <p:custDataLst>
              <p:tags r:id="rId21"/>
            </p:custDataLst>
          </p:nvPr>
        </p:nvCxnSpPr>
        <p:spPr>
          <a:xfrm flipH="1">
            <a:off x="2591254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374C9391-4CE4-50A0-7C52-A8BC6D1D9AB9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323669" y="342900"/>
            <a:ext cx="2386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00000"/>
              </a:lnSpc>
            </a:pPr>
            <a:r>
              <a:rPr lang="zh-CN" altLang="en-US" b="1" dirty="0">
                <a:latin typeface="MiSans Semibold" pitchFamily="2" charset="-122"/>
                <a:ea typeface="MiSans Semibold" pitchFamily="2" charset="-122"/>
                <a:cs typeface="思源黑体" panose="020B0500000000000000" charset="-122"/>
              </a:rPr>
              <a:t>后期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68B5E90-2820-11A3-A80B-F97C6F123028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75"/>
          <a:stretch/>
        </p:blipFill>
        <p:spPr>
          <a:xfrm>
            <a:off x="7149712" y="2542640"/>
            <a:ext cx="2984381" cy="277919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A8431F0-8036-A9E9-448B-08122A61F908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713" y="2542640"/>
            <a:ext cx="2984380" cy="298438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C3197A2-9F2B-8729-DAB8-F365468ED676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711" y="2542640"/>
            <a:ext cx="2984377" cy="298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6622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>
            <p:custDataLst>
              <p:tags r:id="rId1"/>
            </p:custDataLst>
          </p:nvPr>
        </p:nvCxnSpPr>
        <p:spPr>
          <a:xfrm>
            <a:off x="4739005" y="-11430"/>
            <a:ext cx="0" cy="687768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 rot="16200000">
            <a:off x="3297062" y="4130992"/>
            <a:ext cx="0" cy="244792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arrow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>
            <p:custDataLst>
              <p:tags r:id="rId2"/>
            </p:custDataLst>
          </p:nvPr>
        </p:nvSpPr>
        <p:spPr>
          <a:xfrm>
            <a:off x="777875" y="1503045"/>
            <a:ext cx="6456680" cy="1281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4000" dirty="0">
                <a:solidFill>
                  <a:srgbClr val="CE8540"/>
                </a:solidFill>
                <a:latin typeface="Bebas" pitchFamily="2" charset="0"/>
                <a:ea typeface="MiSans Normal" pitchFamily="2" charset="-122"/>
                <a:cs typeface="G8321 Bold" panose="00000805000000000000" charset="0"/>
              </a:rPr>
              <a:t>产业链发展</a:t>
            </a:r>
            <a:endParaRPr lang="en-US" altLang="zh-CN" sz="4000" dirty="0">
              <a:solidFill>
                <a:srgbClr val="CE8540"/>
              </a:solidFill>
              <a:latin typeface="Bebas" pitchFamily="2" charset="0"/>
              <a:ea typeface="MiSans Normal" pitchFamily="2" charset="-122"/>
              <a:cs typeface="G8321 Bold" panose="00000805000000000000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3"/>
            </p:custDataLst>
          </p:nvPr>
        </p:nvSpPr>
        <p:spPr>
          <a:xfrm>
            <a:off x="863600" y="2783840"/>
            <a:ext cx="2040255" cy="438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latin typeface="MiSans Semibold" pitchFamily="2" charset="-122"/>
                <a:ea typeface="MiSans Semibold" pitchFamily="2" charset="-122"/>
                <a:cs typeface="思源黑体 Medium" panose="020B0600000000000000" charset="-122"/>
              </a:rPr>
              <a:t>MORE THAN A CAFE</a:t>
            </a:r>
            <a:endParaRPr lang="zh-CN" altLang="en-US" sz="1400" b="1" dirty="0">
              <a:solidFill>
                <a:schemeClr val="tx1"/>
              </a:solidFill>
              <a:latin typeface="MiSans Semibold" pitchFamily="2" charset="-122"/>
              <a:ea typeface="MiSans Semibold" pitchFamily="2" charset="-122"/>
              <a:cs typeface="思源黑体 Medium" panose="020B0600000000000000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8584565" y="6017895"/>
            <a:ext cx="2152015" cy="2673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en-US" altLang="zh-CN" sz="1000">
                <a:solidFill>
                  <a:schemeClr val="tx1"/>
                </a:solidFill>
                <a:latin typeface="Bebas" pitchFamily="2" charset="0"/>
                <a:ea typeface="MiSans Normal" pitchFamily="2" charset="-122"/>
                <a:cs typeface="G8321 SemiBold" panose="00000705000000000000" charset="0"/>
              </a:rPr>
              <a:t>Design Date--2024.05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10942320" y="6356350"/>
            <a:ext cx="411480" cy="365125"/>
          </a:xfrm>
        </p:spPr>
        <p:txBody>
          <a:bodyPr/>
          <a:lstStyle/>
          <a:p>
            <a:fld id="{9A0DB2DC-4C9A-4742-B13C-FB6460FD3503}" type="slidenum">
              <a:rPr lang="en-US" altLang="zh-CN" smtClean="0">
                <a:latin typeface="Bebas" pitchFamily="2" charset="0"/>
                <a:cs typeface="G8321 Medium" panose="00000605000000000000" charset="0"/>
              </a:rPr>
              <a:t>20</a:t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635" y="0"/>
            <a:ext cx="12191365" cy="6857365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DB6D0BE6-0B38-55E5-ACED-56FBDC1830AB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4735" y="136525"/>
            <a:ext cx="4445000" cy="34290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F5CCEC00-DE19-1543-BC68-5A4AC76C429F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33"/>
          <a:stretch>
            <a:fillRect/>
          </a:stretch>
        </p:blipFill>
        <p:spPr>
          <a:xfrm>
            <a:off x="9313368" y="3086372"/>
            <a:ext cx="2612508" cy="3635103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BD19059B-10A7-A253-AD94-C90A27F0846E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6987" y="2783840"/>
            <a:ext cx="3906520" cy="390652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FB72C8F7-38BB-71F3-0E24-0DAD73C71D23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761568" y="3408750"/>
            <a:ext cx="3430986" cy="17636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  不只是一家狗咖，意在打造一个超级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IP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，拓展更多的业务，如</a:t>
            </a:r>
            <a:r>
              <a:rPr lang="en-US" altLang="zh-CN" sz="1200" dirty="0" err="1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yogo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宠物用品，</a:t>
            </a:r>
            <a:r>
              <a:rPr lang="en-US" altLang="zh-CN" sz="1200" dirty="0" err="1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yogo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宠物医疗，</a:t>
            </a:r>
            <a:r>
              <a:rPr lang="en-US" altLang="zh-CN" sz="1200" dirty="0" err="1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yogo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餐厅，</a:t>
            </a:r>
            <a:r>
              <a:rPr lang="en-US" altLang="zh-CN" sz="1200" dirty="0" err="1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yogo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酒店等。</a:t>
            </a:r>
            <a:endParaRPr lang="en-US" altLang="zh-CN" sz="12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2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  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这些产业的线下店我们将全部采取宠物友好模式，欢迎所有宠主带宠光临。</a:t>
            </a:r>
            <a:endParaRPr lang="zh-CN" altLang="en-US" sz="10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0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CAE7C8A7-E4B8-0B75-2088-6908B3714174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241119" y="259080"/>
            <a:ext cx="258635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A6F108BD-B963-EDA3-2ADD-F5E68D90F0C9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234134" y="796290"/>
            <a:ext cx="258635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4AEB4C5-A875-C489-77F7-25AE3BECAA76}"/>
              </a:ext>
            </a:extLst>
          </p:cNvPr>
          <p:cNvCxnSpPr/>
          <p:nvPr/>
        </p:nvCxnSpPr>
        <p:spPr>
          <a:xfrm flipH="1">
            <a:off x="323669" y="27114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C6967EA9-E28E-9487-4525-AB9127402B3C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 flipH="1">
            <a:off x="483054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96AA62F-B5D8-FD6F-DBF4-E719D82C5077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 flipH="1">
            <a:off x="642439" y="27368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5D7E1B1B-8A7E-1A88-5F7E-412405166E86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 flipH="1">
            <a:off x="793569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2277F57-906F-13FF-0F68-1A323E552741}"/>
              </a:ext>
            </a:extLst>
          </p:cNvPr>
          <p:cNvCxnSpPr/>
          <p:nvPr>
            <p:custDataLst>
              <p:tags r:id="rId11"/>
            </p:custDataLst>
          </p:nvPr>
        </p:nvCxnSpPr>
        <p:spPr>
          <a:xfrm flipH="1">
            <a:off x="920569" y="27305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DFE2D599-7229-124F-0E58-2A5D87752EE5}"/>
              </a:ext>
            </a:extLst>
          </p:cNvPr>
          <p:cNvCxnSpPr/>
          <p:nvPr>
            <p:custDataLst>
              <p:tags r:id="rId12"/>
            </p:custDataLst>
          </p:nvPr>
        </p:nvCxnSpPr>
        <p:spPr>
          <a:xfrm flipH="1">
            <a:off x="1079954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8A328A80-93AE-17EC-AFA5-A4E47D4A98DA}"/>
              </a:ext>
            </a:extLst>
          </p:cNvPr>
          <p:cNvCxnSpPr/>
          <p:nvPr>
            <p:custDataLst>
              <p:tags r:id="rId13"/>
            </p:custDataLst>
          </p:nvPr>
        </p:nvCxnSpPr>
        <p:spPr>
          <a:xfrm flipH="1">
            <a:off x="1239339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7322FC79-F320-FFA2-E78E-91AD3081A42A}"/>
              </a:ext>
            </a:extLst>
          </p:cNvPr>
          <p:cNvCxnSpPr/>
          <p:nvPr>
            <p:custDataLst>
              <p:tags r:id="rId14"/>
            </p:custDataLst>
          </p:nvPr>
        </p:nvCxnSpPr>
        <p:spPr>
          <a:xfrm flipH="1">
            <a:off x="1390469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B8063374-F44C-65FE-5A7A-37AE254D612A}"/>
              </a:ext>
            </a:extLst>
          </p:cNvPr>
          <p:cNvCxnSpPr/>
          <p:nvPr>
            <p:custDataLst>
              <p:tags r:id="rId15"/>
            </p:custDataLst>
          </p:nvPr>
        </p:nvCxnSpPr>
        <p:spPr>
          <a:xfrm flipH="1">
            <a:off x="1512389" y="27305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F78AA0B-9A83-D2E7-2191-A665A7293E1A}"/>
              </a:ext>
            </a:extLst>
          </p:cNvPr>
          <p:cNvCxnSpPr/>
          <p:nvPr>
            <p:custDataLst>
              <p:tags r:id="rId16"/>
            </p:custDataLst>
          </p:nvPr>
        </p:nvCxnSpPr>
        <p:spPr>
          <a:xfrm flipH="1">
            <a:off x="1671774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0CBE8A4C-ABEE-515D-5574-7450EC1A42D1}"/>
              </a:ext>
            </a:extLst>
          </p:cNvPr>
          <p:cNvCxnSpPr/>
          <p:nvPr>
            <p:custDataLst>
              <p:tags r:id="rId17"/>
            </p:custDataLst>
          </p:nvPr>
        </p:nvCxnSpPr>
        <p:spPr>
          <a:xfrm flipH="1">
            <a:off x="1831159" y="27559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DB1762F3-2587-5B86-5DB2-BA12470556E9}"/>
              </a:ext>
            </a:extLst>
          </p:cNvPr>
          <p:cNvCxnSpPr/>
          <p:nvPr>
            <p:custDataLst>
              <p:tags r:id="rId18"/>
            </p:custDataLst>
          </p:nvPr>
        </p:nvCxnSpPr>
        <p:spPr>
          <a:xfrm flipH="1">
            <a:off x="1982289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B82C10D1-FB95-7946-B2EC-9EAC93BEF8B2}"/>
              </a:ext>
            </a:extLst>
          </p:cNvPr>
          <p:cNvCxnSpPr/>
          <p:nvPr>
            <p:custDataLst>
              <p:tags r:id="rId19"/>
            </p:custDataLst>
          </p:nvPr>
        </p:nvCxnSpPr>
        <p:spPr>
          <a:xfrm flipH="1">
            <a:off x="2121354" y="27114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B1636F95-816E-10A3-9653-DFD643363630}"/>
              </a:ext>
            </a:extLst>
          </p:cNvPr>
          <p:cNvCxnSpPr/>
          <p:nvPr>
            <p:custDataLst>
              <p:tags r:id="rId20"/>
            </p:custDataLst>
          </p:nvPr>
        </p:nvCxnSpPr>
        <p:spPr>
          <a:xfrm flipH="1">
            <a:off x="2280739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CF160918-7CB7-C602-4838-17FC7ED3D222}"/>
              </a:ext>
            </a:extLst>
          </p:cNvPr>
          <p:cNvCxnSpPr/>
          <p:nvPr>
            <p:custDataLst>
              <p:tags r:id="rId21"/>
            </p:custDataLst>
          </p:nvPr>
        </p:nvCxnSpPr>
        <p:spPr>
          <a:xfrm flipH="1">
            <a:off x="2440124" y="27368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0733F42F-D28C-78B3-D31E-95FE29C993C7}"/>
              </a:ext>
            </a:extLst>
          </p:cNvPr>
          <p:cNvCxnSpPr/>
          <p:nvPr>
            <p:custDataLst>
              <p:tags r:id="rId22"/>
            </p:custDataLst>
          </p:nvPr>
        </p:nvCxnSpPr>
        <p:spPr>
          <a:xfrm flipH="1">
            <a:off x="2591254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176B8961-9D82-0617-C1DE-EC9FA2682D4D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323669" y="342900"/>
            <a:ext cx="2386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00000"/>
              </a:lnSpc>
            </a:pPr>
            <a:r>
              <a:rPr lang="zh-CN" altLang="en-US" b="1" dirty="0">
                <a:latin typeface="MiSans Semibold" pitchFamily="2" charset="-122"/>
                <a:ea typeface="MiSans Semibold" pitchFamily="2" charset="-122"/>
                <a:cs typeface="思源黑体" panose="020B0500000000000000" charset="-122"/>
              </a:rPr>
              <a:t>后期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08DB42-23FD-5987-05C1-9D0F66B62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>
            <a:extLst>
              <a:ext uri="{FF2B5EF4-FFF2-40B4-BE49-F238E27FC236}">
                <a16:creationId xmlns:a16="http://schemas.microsoft.com/office/drawing/2014/main" id="{8DE2F603-9097-9B6E-35C7-FE5D40AA24AF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928189" y="2160271"/>
            <a:ext cx="3094355" cy="393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‌「打工狗治愈事务所」‌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00FC4BA-4DA3-D18C-2AF1-CF24368D5AE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8964295" y="916940"/>
            <a:ext cx="1516380" cy="1751965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67EEB6F-0DCB-8F6E-A978-DE634046A30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 rot="1800000">
            <a:off x="9305925" y="913130"/>
            <a:ext cx="636270" cy="22713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2800" b="1" dirty="0">
                <a:latin typeface="MiSans Semibold" pitchFamily="2" charset="-122"/>
                <a:ea typeface="MiSans Semibold" pitchFamily="2" charset="-122"/>
                <a:cs typeface="思源黑体 Light" panose="020B0300000000000000" charset="-122"/>
              </a:rPr>
              <a:t>联名活动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CB228C1-3C9A-61A5-814B-48CA764DBEC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172154" y="663257"/>
            <a:ext cx="6493215" cy="173037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 sz="8000" dirty="0">
                <a:solidFill>
                  <a:srgbClr val="CE8540"/>
                </a:solidFill>
                <a:latin typeface="Estrada Signature" panose="02000600000000000000" pitchFamily="2" charset="0"/>
                <a:ea typeface="MiSans Normal" pitchFamily="2" charset="-122"/>
                <a:cs typeface="Signatura Monoline Script" panose="02000506000000020004" charset="0"/>
              </a:rPr>
              <a:t>线条小狗联名</a:t>
            </a:r>
            <a:endParaRPr lang="en-US" altLang="zh-CN" sz="8000" dirty="0">
              <a:solidFill>
                <a:srgbClr val="CE8540"/>
              </a:solidFill>
              <a:latin typeface="Estrada Signature" panose="02000600000000000000" pitchFamily="2" charset="0"/>
              <a:ea typeface="MiSans Normal" pitchFamily="2" charset="-122"/>
              <a:cs typeface="Signatura Monoline Script" panose="02000506000000020004" charset="0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FB0325D6-FCDC-944B-6DB4-CE5CF0E8058D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 flipH="1">
            <a:off x="8953500" y="904240"/>
            <a:ext cx="329565" cy="57277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512DA814-A0DA-CEB2-F1D8-A4346FFFD096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 flipH="1">
            <a:off x="8964295" y="916940"/>
            <a:ext cx="504190" cy="87439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D8A0AC0F-81CF-5E4D-59FD-0AFF6735E2EB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 flipH="1">
            <a:off x="8961120" y="913765"/>
            <a:ext cx="709295" cy="122936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E7E92D7F-1985-B9F5-488F-C5555D81EBE0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 flipH="1">
            <a:off x="10151110" y="2086610"/>
            <a:ext cx="329565" cy="57277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CBDA2F42-9CA0-D791-952D-BF8939B382EF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 flipH="1">
            <a:off x="9980295" y="1794510"/>
            <a:ext cx="504190" cy="87439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EA451F01-A6BE-F5E0-0B47-49DAAD9A59F8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 flipH="1">
            <a:off x="9773920" y="1430020"/>
            <a:ext cx="709295" cy="122936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7DB353F9-F50C-B59F-87BC-21A19C5D9912}"/>
              </a:ext>
            </a:extLst>
          </p:cNvPr>
          <p:cNvCxnSpPr/>
          <p:nvPr>
            <p:custDataLst>
              <p:tags r:id="rId11"/>
            </p:custDataLst>
          </p:nvPr>
        </p:nvCxnSpPr>
        <p:spPr>
          <a:xfrm flipH="1">
            <a:off x="8971915" y="916940"/>
            <a:ext cx="900430" cy="156019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1FFB2725-31CD-AB50-B2AB-33D0A91F2E7F}"/>
              </a:ext>
            </a:extLst>
          </p:cNvPr>
          <p:cNvCxnSpPr/>
          <p:nvPr>
            <p:custDataLst>
              <p:tags r:id="rId12"/>
            </p:custDataLst>
          </p:nvPr>
        </p:nvCxnSpPr>
        <p:spPr>
          <a:xfrm flipH="1">
            <a:off x="9584690" y="1108710"/>
            <a:ext cx="900430" cy="156019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FAA24D35-4FB2-854D-8AE8-2C7B8FA198DE}"/>
              </a:ext>
            </a:extLst>
          </p:cNvPr>
          <p:cNvCxnSpPr/>
          <p:nvPr>
            <p:custDataLst>
              <p:tags r:id="rId13"/>
            </p:custDataLst>
          </p:nvPr>
        </p:nvCxnSpPr>
        <p:spPr>
          <a:xfrm flipH="1">
            <a:off x="8961120" y="904240"/>
            <a:ext cx="158750" cy="27559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23164A38-F4F7-E1BE-296F-31A24AD478D7}"/>
              </a:ext>
            </a:extLst>
          </p:cNvPr>
          <p:cNvCxnSpPr/>
          <p:nvPr>
            <p:custDataLst>
              <p:tags r:id="rId14"/>
            </p:custDataLst>
          </p:nvPr>
        </p:nvCxnSpPr>
        <p:spPr>
          <a:xfrm flipH="1">
            <a:off x="10326370" y="2383790"/>
            <a:ext cx="158750" cy="27559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20382B4E-9C3F-31B3-868C-ABE6451BFAF0}"/>
              </a:ext>
            </a:extLst>
          </p:cNvPr>
          <p:cNvCxnSpPr/>
          <p:nvPr/>
        </p:nvCxnSpPr>
        <p:spPr>
          <a:xfrm flipV="1">
            <a:off x="1236345" y="5925185"/>
            <a:ext cx="266700" cy="114300"/>
          </a:xfrm>
          <a:prstGeom prst="straightConnector1">
            <a:avLst/>
          </a:prstGeom>
          <a:ln w="539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954AB0-FF02-6714-B221-8EC13D70C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7395" y="6356350"/>
            <a:ext cx="446405" cy="365125"/>
          </a:xfrm>
        </p:spPr>
        <p:txBody>
          <a:bodyPr/>
          <a:lstStyle/>
          <a:p>
            <a:fld id="{9A0DB2DC-4C9A-4742-B13C-FB6460FD3503}" type="slidenum">
              <a:rPr lang="en-US" altLang="zh-CN" smtClean="0">
                <a:latin typeface="Bebas" pitchFamily="2" charset="0"/>
                <a:cs typeface="G8321 Medium" panose="00000605000000000000" charset="0"/>
              </a:rPr>
              <a:t>21</a:t>
            </a:fld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4528949-9952-B8C4-6574-4A935AD0F752}"/>
              </a:ext>
            </a:extLst>
          </p:cNvPr>
          <p:cNvSpPr/>
          <p:nvPr/>
        </p:nvSpPr>
        <p:spPr>
          <a:xfrm>
            <a:off x="635" y="0"/>
            <a:ext cx="12191365" cy="6857365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E3A8C7B3-943A-90EB-F651-C9689B6014E9}"/>
              </a:ext>
            </a:extLst>
          </p:cNvPr>
          <p:cNvCxnSpPr/>
          <p:nvPr>
            <p:custDataLst>
              <p:tags r:id="rId15"/>
            </p:custDataLst>
          </p:nvPr>
        </p:nvCxnSpPr>
        <p:spPr>
          <a:xfrm>
            <a:off x="241119" y="259080"/>
            <a:ext cx="258635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ACE0B33D-E7F9-6F7E-EF99-53C83D74AFE1}"/>
              </a:ext>
            </a:extLst>
          </p:cNvPr>
          <p:cNvCxnSpPr/>
          <p:nvPr>
            <p:custDataLst>
              <p:tags r:id="rId16"/>
            </p:custDataLst>
          </p:nvPr>
        </p:nvCxnSpPr>
        <p:spPr>
          <a:xfrm>
            <a:off x="234134" y="796290"/>
            <a:ext cx="258635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D30B0707-9E7E-149B-C8E2-ABEACB38977B}"/>
              </a:ext>
            </a:extLst>
          </p:cNvPr>
          <p:cNvCxnSpPr/>
          <p:nvPr/>
        </p:nvCxnSpPr>
        <p:spPr>
          <a:xfrm flipH="1">
            <a:off x="323669" y="27114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9179AAA-8DFB-DE8A-27A6-20D57B0F2890}"/>
              </a:ext>
            </a:extLst>
          </p:cNvPr>
          <p:cNvCxnSpPr/>
          <p:nvPr>
            <p:custDataLst>
              <p:tags r:id="rId17"/>
            </p:custDataLst>
          </p:nvPr>
        </p:nvCxnSpPr>
        <p:spPr>
          <a:xfrm flipH="1">
            <a:off x="483054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C2667FE0-DFAB-D842-78E2-84DFC81AD810}"/>
              </a:ext>
            </a:extLst>
          </p:cNvPr>
          <p:cNvCxnSpPr/>
          <p:nvPr>
            <p:custDataLst>
              <p:tags r:id="rId18"/>
            </p:custDataLst>
          </p:nvPr>
        </p:nvCxnSpPr>
        <p:spPr>
          <a:xfrm flipH="1">
            <a:off x="642439" y="27368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00ED7D5-00FD-9E9A-689F-331C58F8294E}"/>
              </a:ext>
            </a:extLst>
          </p:cNvPr>
          <p:cNvCxnSpPr/>
          <p:nvPr>
            <p:custDataLst>
              <p:tags r:id="rId19"/>
            </p:custDataLst>
          </p:nvPr>
        </p:nvCxnSpPr>
        <p:spPr>
          <a:xfrm flipH="1">
            <a:off x="793569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CB27D82C-DEAE-A6E7-AEB1-9E69F923B111}"/>
              </a:ext>
            </a:extLst>
          </p:cNvPr>
          <p:cNvCxnSpPr/>
          <p:nvPr>
            <p:custDataLst>
              <p:tags r:id="rId20"/>
            </p:custDataLst>
          </p:nvPr>
        </p:nvCxnSpPr>
        <p:spPr>
          <a:xfrm flipH="1">
            <a:off x="920569" y="27305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AB42EB0D-D0D0-14D5-E9A7-D8CBB4CE7080}"/>
              </a:ext>
            </a:extLst>
          </p:cNvPr>
          <p:cNvCxnSpPr/>
          <p:nvPr>
            <p:custDataLst>
              <p:tags r:id="rId21"/>
            </p:custDataLst>
          </p:nvPr>
        </p:nvCxnSpPr>
        <p:spPr>
          <a:xfrm flipH="1">
            <a:off x="1079954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6BA0978F-2EB9-5A6B-F05A-609ACCDED730}"/>
              </a:ext>
            </a:extLst>
          </p:cNvPr>
          <p:cNvCxnSpPr/>
          <p:nvPr>
            <p:custDataLst>
              <p:tags r:id="rId22"/>
            </p:custDataLst>
          </p:nvPr>
        </p:nvCxnSpPr>
        <p:spPr>
          <a:xfrm flipH="1">
            <a:off x="1239339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62B1A648-5401-7738-3D7B-AEF6B1DE0A6E}"/>
              </a:ext>
            </a:extLst>
          </p:cNvPr>
          <p:cNvCxnSpPr/>
          <p:nvPr>
            <p:custDataLst>
              <p:tags r:id="rId23"/>
            </p:custDataLst>
          </p:nvPr>
        </p:nvCxnSpPr>
        <p:spPr>
          <a:xfrm flipH="1">
            <a:off x="1390469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6F8865AB-210D-94E7-1C0A-0E24C11189D6}"/>
              </a:ext>
            </a:extLst>
          </p:cNvPr>
          <p:cNvCxnSpPr/>
          <p:nvPr>
            <p:custDataLst>
              <p:tags r:id="rId24"/>
            </p:custDataLst>
          </p:nvPr>
        </p:nvCxnSpPr>
        <p:spPr>
          <a:xfrm flipH="1">
            <a:off x="1512389" y="27305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AC359BAC-6CB0-DA29-147F-473404EF48B2}"/>
              </a:ext>
            </a:extLst>
          </p:cNvPr>
          <p:cNvCxnSpPr/>
          <p:nvPr>
            <p:custDataLst>
              <p:tags r:id="rId25"/>
            </p:custDataLst>
          </p:nvPr>
        </p:nvCxnSpPr>
        <p:spPr>
          <a:xfrm flipH="1">
            <a:off x="1671774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17A9644E-8921-0718-7E0E-D34E061EF51F}"/>
              </a:ext>
            </a:extLst>
          </p:cNvPr>
          <p:cNvCxnSpPr/>
          <p:nvPr>
            <p:custDataLst>
              <p:tags r:id="rId26"/>
            </p:custDataLst>
          </p:nvPr>
        </p:nvCxnSpPr>
        <p:spPr>
          <a:xfrm flipH="1">
            <a:off x="1831159" y="27559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8E5E9811-283A-414E-DD0E-418AEEB7D32D}"/>
              </a:ext>
            </a:extLst>
          </p:cNvPr>
          <p:cNvCxnSpPr/>
          <p:nvPr>
            <p:custDataLst>
              <p:tags r:id="rId27"/>
            </p:custDataLst>
          </p:nvPr>
        </p:nvCxnSpPr>
        <p:spPr>
          <a:xfrm flipH="1">
            <a:off x="1982289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A11CECD7-1582-12C8-E75B-9D2BB308AC99}"/>
              </a:ext>
            </a:extLst>
          </p:cNvPr>
          <p:cNvCxnSpPr/>
          <p:nvPr>
            <p:custDataLst>
              <p:tags r:id="rId28"/>
            </p:custDataLst>
          </p:nvPr>
        </p:nvCxnSpPr>
        <p:spPr>
          <a:xfrm flipH="1">
            <a:off x="2121354" y="27114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5CF2743A-4C17-9146-E259-BFCE1EF2918F}"/>
              </a:ext>
            </a:extLst>
          </p:cNvPr>
          <p:cNvCxnSpPr/>
          <p:nvPr>
            <p:custDataLst>
              <p:tags r:id="rId29"/>
            </p:custDataLst>
          </p:nvPr>
        </p:nvCxnSpPr>
        <p:spPr>
          <a:xfrm flipH="1">
            <a:off x="2280739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A22F371E-D898-4A29-BA9C-F05D64E22EA5}"/>
              </a:ext>
            </a:extLst>
          </p:cNvPr>
          <p:cNvCxnSpPr/>
          <p:nvPr>
            <p:custDataLst>
              <p:tags r:id="rId30"/>
            </p:custDataLst>
          </p:nvPr>
        </p:nvCxnSpPr>
        <p:spPr>
          <a:xfrm flipH="1">
            <a:off x="2440124" y="27368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C7BC9B22-6C74-34C3-8101-CF8741745A34}"/>
              </a:ext>
            </a:extLst>
          </p:cNvPr>
          <p:cNvCxnSpPr/>
          <p:nvPr>
            <p:custDataLst>
              <p:tags r:id="rId31"/>
            </p:custDataLst>
          </p:nvPr>
        </p:nvCxnSpPr>
        <p:spPr>
          <a:xfrm flipH="1">
            <a:off x="2591254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8BE35DCB-68C9-E5EA-DC4C-B35C51889489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323669" y="342900"/>
            <a:ext cx="2386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00000"/>
              </a:lnSpc>
            </a:pPr>
            <a:r>
              <a:rPr lang="zh-CN" altLang="en-US" b="1" dirty="0">
                <a:latin typeface="MiSans Semibold" pitchFamily="2" charset="-122"/>
                <a:ea typeface="MiSans Semibold" pitchFamily="2" charset="-122"/>
                <a:cs typeface="思源黑体" panose="020B0500000000000000" charset="-122"/>
              </a:rPr>
              <a:t>营销</a:t>
            </a:r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35D6D8B4-6A4D-3B13-FE47-77DCC6784AC4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3366" y="4217673"/>
            <a:ext cx="1950402" cy="195040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F711057-37EB-C8D5-B4CF-E9DB7BBB3FC7}"/>
              </a:ext>
            </a:extLst>
          </p:cNvPr>
          <p:cNvSpPr txBox="1"/>
          <p:nvPr>
            <p:custDataLst>
              <p:tags r:id="rId33"/>
            </p:custDataLst>
          </p:nvPr>
        </p:nvSpPr>
        <p:spPr>
          <a:xfrm>
            <a:off x="2540612" y="1593850"/>
            <a:ext cx="3136265" cy="4597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3600" dirty="0">
                <a:solidFill>
                  <a:srgbClr val="FFE291"/>
                </a:solidFill>
                <a:latin typeface="Bebas" pitchFamily="2" charset="0"/>
                <a:ea typeface="MiSans Normal" pitchFamily="2" charset="-122"/>
                <a:cs typeface="G8321 Bold" panose="00000805000000000000" charset="0"/>
              </a:rPr>
              <a:t>联名主题设计</a:t>
            </a:r>
            <a:endParaRPr lang="en-US" altLang="zh-CN" sz="3600" dirty="0">
              <a:solidFill>
                <a:srgbClr val="FFE291"/>
              </a:solidFill>
              <a:latin typeface="Bebas" pitchFamily="2" charset="0"/>
              <a:ea typeface="MiSans Normal" pitchFamily="2" charset="-122"/>
              <a:cs typeface="G8321 Bold" panose="00000805000000000000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8411139-81E3-E7A2-18E4-D3CAD1D46885}"/>
              </a:ext>
            </a:extLst>
          </p:cNvPr>
          <p:cNvSpPr txBox="1"/>
          <p:nvPr>
            <p:custDataLst>
              <p:tags r:id="rId34"/>
            </p:custDataLst>
          </p:nvPr>
        </p:nvSpPr>
        <p:spPr>
          <a:xfrm>
            <a:off x="1431823" y="3267950"/>
            <a:ext cx="7973876" cy="210010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‌概念：将线条小狗</a:t>
            </a:r>
            <a:r>
              <a:rPr lang="en-US" altLang="zh-CN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IP</a:t>
            </a:r>
            <a:r>
              <a:rPr lang="zh-CN" altLang="en-US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角色改编为</a:t>
            </a:r>
            <a:r>
              <a:rPr lang="en-US" altLang="zh-CN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"</a:t>
            </a:r>
            <a:r>
              <a:rPr lang="zh-CN" altLang="en-US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情感治愈师</a:t>
            </a:r>
            <a:r>
              <a:rPr lang="en-US" altLang="zh-CN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"</a:t>
            </a:r>
            <a:r>
              <a:rPr lang="zh-CN" altLang="en-US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，与真实狗狗组成「孤独救援队」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dirty="0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视觉：定制漫画</a:t>
            </a:r>
            <a:r>
              <a:rPr lang="en-US" altLang="zh-CN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《Maltese</a:t>
            </a:r>
            <a:r>
              <a:rPr lang="zh-CN" altLang="en-US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的树洞信箱</a:t>
            </a:r>
            <a:r>
              <a:rPr lang="en-US" altLang="zh-CN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》</a:t>
            </a:r>
            <a:r>
              <a:rPr lang="zh-CN" altLang="en-US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，展示狗狗接收人类烦恼的故事</a:t>
            </a:r>
            <a:endParaRPr lang="zh-CN" altLang="en-US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462345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0F3069-8EB9-F777-C8DD-CEA370A22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>
            <a:extLst>
              <a:ext uri="{FF2B5EF4-FFF2-40B4-BE49-F238E27FC236}">
                <a16:creationId xmlns:a16="http://schemas.microsoft.com/office/drawing/2014/main" id="{E73AF93B-0A69-7EB6-E3F5-251DA2F1CB9B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928189" y="2160271"/>
            <a:ext cx="3094355" cy="393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‌「孤独值检测站」‌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4FFB30C-2A1D-86C7-E72B-A573C1F08A4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8964295" y="916940"/>
            <a:ext cx="1516380" cy="1751965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00CDD46-E243-7161-BE87-C0017287136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 rot="1800000">
            <a:off x="9305925" y="913130"/>
            <a:ext cx="636270" cy="22713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2800" b="1" dirty="0">
                <a:latin typeface="MiSans Semibold" pitchFamily="2" charset="-122"/>
                <a:ea typeface="MiSans Semibold" pitchFamily="2" charset="-122"/>
                <a:cs typeface="思源黑体 Light" panose="020B0300000000000000" charset="-122"/>
              </a:rPr>
              <a:t>联名活动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38A180A-0519-70A4-CEBD-DDB5623AB13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172154" y="663257"/>
            <a:ext cx="6493215" cy="173037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8000" dirty="0">
                <a:solidFill>
                  <a:srgbClr val="CE8540"/>
                </a:solidFill>
                <a:latin typeface="Estrada Signature" panose="02000600000000000000" pitchFamily="2" charset="0"/>
                <a:ea typeface="MiSans Normal" pitchFamily="2" charset="-122"/>
                <a:cs typeface="Signatura Monoline Script" panose="02000506000000020004" charset="0"/>
              </a:rPr>
              <a:t>线条小狗联名</a:t>
            </a:r>
            <a:endParaRPr lang="en-US" altLang="zh-CN" sz="8000" dirty="0">
              <a:solidFill>
                <a:srgbClr val="CE8540"/>
              </a:solidFill>
              <a:latin typeface="Estrada Signature" panose="02000600000000000000" pitchFamily="2" charset="0"/>
              <a:ea typeface="MiSans Normal" pitchFamily="2" charset="-122"/>
              <a:cs typeface="Signatura Monoline Script" panose="02000506000000020004" charset="0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19751748-2C98-E1A6-CE96-A09D68B85B5B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 flipH="1">
            <a:off x="8953500" y="904240"/>
            <a:ext cx="329565" cy="57277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7FE9C362-362F-FBEC-5451-580C99586E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 flipH="1">
            <a:off x="8964295" y="916940"/>
            <a:ext cx="504190" cy="87439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1CF9D235-3D52-2594-754F-A1529CDCDC45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 flipH="1">
            <a:off x="8961120" y="913765"/>
            <a:ext cx="709295" cy="122936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95F5834C-2A3D-F07E-45C4-77F04634A7F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 flipH="1">
            <a:off x="10151110" y="2086610"/>
            <a:ext cx="329565" cy="57277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234C41CB-40AA-DF9C-81BA-2CE1B1EC0984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 flipH="1">
            <a:off x="9980295" y="1794510"/>
            <a:ext cx="504190" cy="87439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B4CDCF73-D5C2-4347-DF05-F998082B68A2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 flipH="1">
            <a:off x="9773920" y="1430020"/>
            <a:ext cx="709295" cy="122936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5FFFD670-F287-231B-32FD-41946EFF1441}"/>
              </a:ext>
            </a:extLst>
          </p:cNvPr>
          <p:cNvCxnSpPr/>
          <p:nvPr>
            <p:custDataLst>
              <p:tags r:id="rId11"/>
            </p:custDataLst>
          </p:nvPr>
        </p:nvCxnSpPr>
        <p:spPr>
          <a:xfrm flipH="1">
            <a:off x="8971915" y="916940"/>
            <a:ext cx="900430" cy="156019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FAD22846-C79B-47ED-806C-7982CE5A9EC7}"/>
              </a:ext>
            </a:extLst>
          </p:cNvPr>
          <p:cNvCxnSpPr/>
          <p:nvPr>
            <p:custDataLst>
              <p:tags r:id="rId12"/>
            </p:custDataLst>
          </p:nvPr>
        </p:nvCxnSpPr>
        <p:spPr>
          <a:xfrm flipH="1">
            <a:off x="9584690" y="1108710"/>
            <a:ext cx="900430" cy="156019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C6264FEB-02C8-1AC6-03FD-A501C4FF97FD}"/>
              </a:ext>
            </a:extLst>
          </p:cNvPr>
          <p:cNvCxnSpPr/>
          <p:nvPr>
            <p:custDataLst>
              <p:tags r:id="rId13"/>
            </p:custDataLst>
          </p:nvPr>
        </p:nvCxnSpPr>
        <p:spPr>
          <a:xfrm flipH="1">
            <a:off x="8961120" y="904240"/>
            <a:ext cx="158750" cy="27559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1A425166-2F8A-F768-FBB1-29028D5AE6FA}"/>
              </a:ext>
            </a:extLst>
          </p:cNvPr>
          <p:cNvCxnSpPr/>
          <p:nvPr>
            <p:custDataLst>
              <p:tags r:id="rId14"/>
            </p:custDataLst>
          </p:nvPr>
        </p:nvCxnSpPr>
        <p:spPr>
          <a:xfrm flipH="1">
            <a:off x="10326370" y="2383790"/>
            <a:ext cx="158750" cy="27559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9405A12-56D9-1ED5-1E97-7A41098F8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7395" y="6356350"/>
            <a:ext cx="446405" cy="365125"/>
          </a:xfrm>
        </p:spPr>
        <p:txBody>
          <a:bodyPr/>
          <a:lstStyle/>
          <a:p>
            <a:fld id="{9A0DB2DC-4C9A-4742-B13C-FB6460FD3503}" type="slidenum">
              <a:rPr lang="en-US" altLang="zh-CN" smtClean="0">
                <a:latin typeface="Bebas" pitchFamily="2" charset="0"/>
                <a:cs typeface="G8321 Medium" panose="00000605000000000000" charset="0"/>
              </a:rPr>
              <a:t>22</a:t>
            </a:fld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10CA627-64EB-79CF-4F47-A45E6850B929}"/>
              </a:ext>
            </a:extLst>
          </p:cNvPr>
          <p:cNvSpPr/>
          <p:nvPr/>
        </p:nvSpPr>
        <p:spPr>
          <a:xfrm>
            <a:off x="635" y="0"/>
            <a:ext cx="12191365" cy="6857365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360E4DA4-A4ED-7CA4-AF58-7320399D6F13}"/>
              </a:ext>
            </a:extLst>
          </p:cNvPr>
          <p:cNvCxnSpPr/>
          <p:nvPr>
            <p:custDataLst>
              <p:tags r:id="rId15"/>
            </p:custDataLst>
          </p:nvPr>
        </p:nvCxnSpPr>
        <p:spPr>
          <a:xfrm>
            <a:off x="241119" y="259080"/>
            <a:ext cx="258635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50E69C65-ECA4-D1EC-64CD-B4BEBD785664}"/>
              </a:ext>
            </a:extLst>
          </p:cNvPr>
          <p:cNvCxnSpPr/>
          <p:nvPr>
            <p:custDataLst>
              <p:tags r:id="rId16"/>
            </p:custDataLst>
          </p:nvPr>
        </p:nvCxnSpPr>
        <p:spPr>
          <a:xfrm>
            <a:off x="234134" y="796290"/>
            <a:ext cx="258635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6C3F12D8-D395-C85B-1AD0-62E5D3377A1A}"/>
              </a:ext>
            </a:extLst>
          </p:cNvPr>
          <p:cNvCxnSpPr/>
          <p:nvPr/>
        </p:nvCxnSpPr>
        <p:spPr>
          <a:xfrm flipH="1">
            <a:off x="323669" y="27114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889C8F6E-3E58-C19D-0C3B-09EE54FB27A4}"/>
              </a:ext>
            </a:extLst>
          </p:cNvPr>
          <p:cNvCxnSpPr/>
          <p:nvPr>
            <p:custDataLst>
              <p:tags r:id="rId17"/>
            </p:custDataLst>
          </p:nvPr>
        </p:nvCxnSpPr>
        <p:spPr>
          <a:xfrm flipH="1">
            <a:off x="483054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F3D45C4B-3718-20D1-6598-960908FF27C5}"/>
              </a:ext>
            </a:extLst>
          </p:cNvPr>
          <p:cNvCxnSpPr/>
          <p:nvPr>
            <p:custDataLst>
              <p:tags r:id="rId18"/>
            </p:custDataLst>
          </p:nvPr>
        </p:nvCxnSpPr>
        <p:spPr>
          <a:xfrm flipH="1">
            <a:off x="642439" y="27368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69DAD8B-DBA5-52E1-2D65-213EDBC8184F}"/>
              </a:ext>
            </a:extLst>
          </p:cNvPr>
          <p:cNvCxnSpPr/>
          <p:nvPr>
            <p:custDataLst>
              <p:tags r:id="rId19"/>
            </p:custDataLst>
          </p:nvPr>
        </p:nvCxnSpPr>
        <p:spPr>
          <a:xfrm flipH="1">
            <a:off x="793569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A8674D20-A74E-BD58-C39D-6E308C3A42D7}"/>
              </a:ext>
            </a:extLst>
          </p:cNvPr>
          <p:cNvCxnSpPr/>
          <p:nvPr>
            <p:custDataLst>
              <p:tags r:id="rId20"/>
            </p:custDataLst>
          </p:nvPr>
        </p:nvCxnSpPr>
        <p:spPr>
          <a:xfrm flipH="1">
            <a:off x="920569" y="27305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30D0F80F-D19F-2303-2152-D0D3EF129BC9}"/>
              </a:ext>
            </a:extLst>
          </p:cNvPr>
          <p:cNvCxnSpPr/>
          <p:nvPr>
            <p:custDataLst>
              <p:tags r:id="rId21"/>
            </p:custDataLst>
          </p:nvPr>
        </p:nvCxnSpPr>
        <p:spPr>
          <a:xfrm flipH="1">
            <a:off x="1079954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E2D5D2F5-2321-FED2-D08D-E5B06906D287}"/>
              </a:ext>
            </a:extLst>
          </p:cNvPr>
          <p:cNvCxnSpPr/>
          <p:nvPr>
            <p:custDataLst>
              <p:tags r:id="rId22"/>
            </p:custDataLst>
          </p:nvPr>
        </p:nvCxnSpPr>
        <p:spPr>
          <a:xfrm flipH="1">
            <a:off x="1239339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68DB2407-2B03-D859-CE24-EDE6063EE330}"/>
              </a:ext>
            </a:extLst>
          </p:cNvPr>
          <p:cNvCxnSpPr/>
          <p:nvPr>
            <p:custDataLst>
              <p:tags r:id="rId23"/>
            </p:custDataLst>
          </p:nvPr>
        </p:nvCxnSpPr>
        <p:spPr>
          <a:xfrm flipH="1">
            <a:off x="1390469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C25C68AB-903E-0C15-CF12-06AB8EA5FBE4}"/>
              </a:ext>
            </a:extLst>
          </p:cNvPr>
          <p:cNvCxnSpPr/>
          <p:nvPr>
            <p:custDataLst>
              <p:tags r:id="rId24"/>
            </p:custDataLst>
          </p:nvPr>
        </p:nvCxnSpPr>
        <p:spPr>
          <a:xfrm flipH="1">
            <a:off x="1512389" y="27305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062F7325-47C3-F67F-7611-69A9D7C667D9}"/>
              </a:ext>
            </a:extLst>
          </p:cNvPr>
          <p:cNvCxnSpPr/>
          <p:nvPr>
            <p:custDataLst>
              <p:tags r:id="rId25"/>
            </p:custDataLst>
          </p:nvPr>
        </p:nvCxnSpPr>
        <p:spPr>
          <a:xfrm flipH="1">
            <a:off x="1671774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344B1077-B9C7-6204-664B-3945947B5C20}"/>
              </a:ext>
            </a:extLst>
          </p:cNvPr>
          <p:cNvCxnSpPr/>
          <p:nvPr>
            <p:custDataLst>
              <p:tags r:id="rId26"/>
            </p:custDataLst>
          </p:nvPr>
        </p:nvCxnSpPr>
        <p:spPr>
          <a:xfrm flipH="1">
            <a:off x="1831159" y="27559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9294F13E-7DBE-CDCB-3B82-BCD14AFC036D}"/>
              </a:ext>
            </a:extLst>
          </p:cNvPr>
          <p:cNvCxnSpPr/>
          <p:nvPr>
            <p:custDataLst>
              <p:tags r:id="rId27"/>
            </p:custDataLst>
          </p:nvPr>
        </p:nvCxnSpPr>
        <p:spPr>
          <a:xfrm flipH="1">
            <a:off x="1982289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A56AA272-9BE7-29CF-321C-0FDFD9C23043}"/>
              </a:ext>
            </a:extLst>
          </p:cNvPr>
          <p:cNvCxnSpPr/>
          <p:nvPr>
            <p:custDataLst>
              <p:tags r:id="rId28"/>
            </p:custDataLst>
          </p:nvPr>
        </p:nvCxnSpPr>
        <p:spPr>
          <a:xfrm flipH="1">
            <a:off x="2121354" y="27114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A51F8740-BE4C-681E-9389-60632DE82413}"/>
              </a:ext>
            </a:extLst>
          </p:cNvPr>
          <p:cNvCxnSpPr/>
          <p:nvPr>
            <p:custDataLst>
              <p:tags r:id="rId29"/>
            </p:custDataLst>
          </p:nvPr>
        </p:nvCxnSpPr>
        <p:spPr>
          <a:xfrm flipH="1">
            <a:off x="2280739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5000E958-D929-E239-81BA-82E1170F47CF}"/>
              </a:ext>
            </a:extLst>
          </p:cNvPr>
          <p:cNvCxnSpPr/>
          <p:nvPr>
            <p:custDataLst>
              <p:tags r:id="rId30"/>
            </p:custDataLst>
          </p:nvPr>
        </p:nvCxnSpPr>
        <p:spPr>
          <a:xfrm flipH="1">
            <a:off x="2440124" y="27368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9522A935-682F-78EF-CEBB-518D2B0BFF95}"/>
              </a:ext>
            </a:extLst>
          </p:cNvPr>
          <p:cNvCxnSpPr/>
          <p:nvPr>
            <p:custDataLst>
              <p:tags r:id="rId31"/>
            </p:custDataLst>
          </p:nvPr>
        </p:nvCxnSpPr>
        <p:spPr>
          <a:xfrm flipH="1">
            <a:off x="2591254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4393289C-48FA-378C-EAAC-4DB607E33437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323669" y="342900"/>
            <a:ext cx="2386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00000"/>
              </a:lnSpc>
            </a:pPr>
            <a:r>
              <a:rPr lang="zh-CN" altLang="en-US" b="1" dirty="0">
                <a:latin typeface="MiSans Semibold" pitchFamily="2" charset="-122"/>
                <a:ea typeface="MiSans Semibold" pitchFamily="2" charset="-122"/>
                <a:cs typeface="思源黑体" panose="020B0500000000000000" charset="-122"/>
              </a:rPr>
              <a:t>营销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F72BA8B-D11C-D9E7-3A0C-4623A2D2C6C9}"/>
              </a:ext>
            </a:extLst>
          </p:cNvPr>
          <p:cNvSpPr txBox="1"/>
          <p:nvPr>
            <p:custDataLst>
              <p:tags r:id="rId33"/>
            </p:custDataLst>
          </p:nvPr>
        </p:nvSpPr>
        <p:spPr>
          <a:xfrm>
            <a:off x="2540612" y="1593850"/>
            <a:ext cx="4453119" cy="4597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3600" dirty="0">
                <a:solidFill>
                  <a:srgbClr val="FFE291"/>
                </a:solidFill>
                <a:latin typeface="Bebas" pitchFamily="2" charset="0"/>
                <a:ea typeface="MiSans Normal" pitchFamily="2" charset="-122"/>
                <a:cs typeface="G8321 Bold" panose="00000805000000000000" charset="0"/>
              </a:rPr>
              <a:t>沉浸式疗愈体验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1B5A127-19F1-9A4D-D98B-61AF62B62AEC}"/>
              </a:ext>
            </a:extLst>
          </p:cNvPr>
          <p:cNvSpPr txBox="1"/>
          <p:nvPr>
            <p:custDataLst>
              <p:tags r:id="rId34"/>
            </p:custDataLst>
          </p:nvPr>
        </p:nvSpPr>
        <p:spPr>
          <a:xfrm>
            <a:off x="1431823" y="3267950"/>
            <a:ext cx="7973876" cy="210010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顾客扫码填写简易心理量表（如</a:t>
            </a:r>
            <a:r>
              <a:rPr lang="en-US" altLang="zh-CN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UCLA</a:t>
            </a:r>
            <a:r>
              <a:rPr lang="zh-CN" altLang="en-US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孤独量表精简版）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根据得分领取对应服务：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轻度：获得线条小狗安慰贴纸</a:t>
            </a:r>
            <a:r>
              <a:rPr lang="en-US" altLang="zh-CN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+</a:t>
            </a:r>
            <a:r>
              <a:rPr lang="zh-CN" altLang="en-US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指定撸狗</a:t>
            </a:r>
            <a:r>
              <a:rPr lang="en-US" altLang="zh-CN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15</a:t>
            </a:r>
            <a:r>
              <a:rPr lang="zh-CN" altLang="en-US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分钟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重度：解锁「狗爪印章疗法」（在手册盖爪印记录情绪变化）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FADB9EE-E787-EA60-6C14-5FD7F85C484C}"/>
              </a:ext>
            </a:extLst>
          </p:cNvPr>
          <p:cNvPicPr>
            <a:picLocks noChangeAspect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749" y="4189733"/>
            <a:ext cx="2327685" cy="3291221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0B9133A-4708-CDBD-B933-33872A6F0020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206541" y="3456555"/>
            <a:ext cx="3031887" cy="3002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1582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C91918-A46F-E891-53B0-DDED5592E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>
            <a:extLst>
              <a:ext uri="{FF2B5EF4-FFF2-40B4-BE49-F238E27FC236}">
                <a16:creationId xmlns:a16="http://schemas.microsoft.com/office/drawing/2014/main" id="{D37A5D91-2526-45D6-18CB-A66168BECF1C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928189" y="2160271"/>
            <a:ext cx="3094355" cy="393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‌「孤独拼桌令」‌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999C052-D052-0966-4B17-51F2C96858C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8964295" y="916940"/>
            <a:ext cx="1516380" cy="1751965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534B86E-4150-C2B5-8BE7-0BA282A41C2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 rot="1800000">
            <a:off x="9305925" y="913130"/>
            <a:ext cx="636270" cy="22713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2800" b="1" dirty="0">
                <a:latin typeface="MiSans Semibold" pitchFamily="2" charset="-122"/>
                <a:ea typeface="MiSans Semibold" pitchFamily="2" charset="-122"/>
                <a:cs typeface="思源黑体 Light" panose="020B0300000000000000" charset="-122"/>
              </a:rPr>
              <a:t>联名活动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088F366-6041-3D47-B82C-107F2C4A4DA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172154" y="663257"/>
            <a:ext cx="6493215" cy="173037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 sz="8000" dirty="0">
                <a:solidFill>
                  <a:srgbClr val="CE8540"/>
                </a:solidFill>
                <a:latin typeface="Estrada Signature" panose="02000600000000000000" pitchFamily="2" charset="0"/>
                <a:ea typeface="MiSans Normal" pitchFamily="2" charset="-122"/>
                <a:cs typeface="Signatura Monoline Script" panose="02000506000000020004" charset="0"/>
              </a:rPr>
              <a:t>线条小狗联名</a:t>
            </a:r>
            <a:endParaRPr lang="en-US" altLang="zh-CN" sz="8000" dirty="0">
              <a:solidFill>
                <a:srgbClr val="CE8540"/>
              </a:solidFill>
              <a:latin typeface="Estrada Signature" panose="02000600000000000000" pitchFamily="2" charset="0"/>
              <a:ea typeface="MiSans Normal" pitchFamily="2" charset="-122"/>
              <a:cs typeface="Signatura Monoline Script" panose="02000506000000020004" charset="0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31A9FBDB-B486-2AC0-0D83-E0D224AE530E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 flipH="1">
            <a:off x="8953500" y="904240"/>
            <a:ext cx="329565" cy="57277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92BFA062-3AA6-879D-6EA7-33AB88E500BB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 flipH="1">
            <a:off x="8964295" y="916940"/>
            <a:ext cx="504190" cy="87439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865A6DF5-A8B0-543B-E5BF-9687F33FE39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 flipH="1">
            <a:off x="8961120" y="913765"/>
            <a:ext cx="709295" cy="122936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33558255-5A06-A0EB-70E9-DC58E61AE173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 flipH="1">
            <a:off x="10151110" y="2086610"/>
            <a:ext cx="329565" cy="57277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41B07798-1BBF-CB70-62C2-4687A5CA5ECB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 flipH="1">
            <a:off x="9980295" y="1794510"/>
            <a:ext cx="504190" cy="87439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EF3FA5AA-837C-FD42-9855-D69D2948E596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 flipH="1">
            <a:off x="9773920" y="1430020"/>
            <a:ext cx="709295" cy="122936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CE5E79A0-C474-A0D6-EE80-87C11BABA5A6}"/>
              </a:ext>
            </a:extLst>
          </p:cNvPr>
          <p:cNvCxnSpPr/>
          <p:nvPr>
            <p:custDataLst>
              <p:tags r:id="rId11"/>
            </p:custDataLst>
          </p:nvPr>
        </p:nvCxnSpPr>
        <p:spPr>
          <a:xfrm flipH="1">
            <a:off x="8971915" y="916940"/>
            <a:ext cx="900430" cy="156019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670A16A4-FEA9-A3FD-5613-7A6F2C010CFE}"/>
              </a:ext>
            </a:extLst>
          </p:cNvPr>
          <p:cNvCxnSpPr/>
          <p:nvPr>
            <p:custDataLst>
              <p:tags r:id="rId12"/>
            </p:custDataLst>
          </p:nvPr>
        </p:nvCxnSpPr>
        <p:spPr>
          <a:xfrm flipH="1">
            <a:off x="9584690" y="1108710"/>
            <a:ext cx="900430" cy="156019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A9B5ABCF-0EA8-81D8-DC95-0AB4AF6906AC}"/>
              </a:ext>
            </a:extLst>
          </p:cNvPr>
          <p:cNvCxnSpPr/>
          <p:nvPr>
            <p:custDataLst>
              <p:tags r:id="rId13"/>
            </p:custDataLst>
          </p:nvPr>
        </p:nvCxnSpPr>
        <p:spPr>
          <a:xfrm flipH="1">
            <a:off x="8961120" y="904240"/>
            <a:ext cx="158750" cy="27559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D5C1F334-EEA8-E65B-6E19-7777777CE82D}"/>
              </a:ext>
            </a:extLst>
          </p:cNvPr>
          <p:cNvCxnSpPr/>
          <p:nvPr>
            <p:custDataLst>
              <p:tags r:id="rId14"/>
            </p:custDataLst>
          </p:nvPr>
        </p:nvCxnSpPr>
        <p:spPr>
          <a:xfrm flipH="1">
            <a:off x="10326370" y="2383790"/>
            <a:ext cx="158750" cy="27559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901A28-4609-BE17-B320-291588FFD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7395" y="6356350"/>
            <a:ext cx="446405" cy="365125"/>
          </a:xfrm>
        </p:spPr>
        <p:txBody>
          <a:bodyPr/>
          <a:lstStyle/>
          <a:p>
            <a:fld id="{9A0DB2DC-4C9A-4742-B13C-FB6460FD3503}" type="slidenum">
              <a:rPr lang="en-US" altLang="zh-CN" smtClean="0">
                <a:latin typeface="Bebas" pitchFamily="2" charset="0"/>
                <a:cs typeface="G8321 Medium" panose="00000605000000000000" charset="0"/>
              </a:rPr>
              <a:t>23</a:t>
            </a:fld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CE8380F-F293-A4FC-0221-9CD8E0F7A836}"/>
              </a:ext>
            </a:extLst>
          </p:cNvPr>
          <p:cNvSpPr/>
          <p:nvPr/>
        </p:nvSpPr>
        <p:spPr>
          <a:xfrm>
            <a:off x="635" y="0"/>
            <a:ext cx="12191365" cy="6857365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E3FA2B4E-F9F0-26B7-1A17-6416EE24C9E8}"/>
              </a:ext>
            </a:extLst>
          </p:cNvPr>
          <p:cNvCxnSpPr/>
          <p:nvPr>
            <p:custDataLst>
              <p:tags r:id="rId15"/>
            </p:custDataLst>
          </p:nvPr>
        </p:nvCxnSpPr>
        <p:spPr>
          <a:xfrm>
            <a:off x="241119" y="259080"/>
            <a:ext cx="258635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98A74D6D-B6DC-5673-4A7C-CE30DA4EAA6C}"/>
              </a:ext>
            </a:extLst>
          </p:cNvPr>
          <p:cNvCxnSpPr/>
          <p:nvPr>
            <p:custDataLst>
              <p:tags r:id="rId16"/>
            </p:custDataLst>
          </p:nvPr>
        </p:nvCxnSpPr>
        <p:spPr>
          <a:xfrm>
            <a:off x="234134" y="796290"/>
            <a:ext cx="258635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9D437731-B4A5-FDCB-9EBD-339BDEF98EE1}"/>
              </a:ext>
            </a:extLst>
          </p:cNvPr>
          <p:cNvCxnSpPr/>
          <p:nvPr/>
        </p:nvCxnSpPr>
        <p:spPr>
          <a:xfrm flipH="1">
            <a:off x="323669" y="27114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6153790C-0D36-CFA4-D217-420E298BF1BC}"/>
              </a:ext>
            </a:extLst>
          </p:cNvPr>
          <p:cNvCxnSpPr/>
          <p:nvPr>
            <p:custDataLst>
              <p:tags r:id="rId17"/>
            </p:custDataLst>
          </p:nvPr>
        </p:nvCxnSpPr>
        <p:spPr>
          <a:xfrm flipH="1">
            <a:off x="483054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F476D04F-7830-904C-5E8B-6D7AAE161C88}"/>
              </a:ext>
            </a:extLst>
          </p:cNvPr>
          <p:cNvCxnSpPr/>
          <p:nvPr>
            <p:custDataLst>
              <p:tags r:id="rId18"/>
            </p:custDataLst>
          </p:nvPr>
        </p:nvCxnSpPr>
        <p:spPr>
          <a:xfrm flipH="1">
            <a:off x="642439" y="27368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207089E-9B62-02E7-B46D-B1723F9A7F91}"/>
              </a:ext>
            </a:extLst>
          </p:cNvPr>
          <p:cNvCxnSpPr/>
          <p:nvPr>
            <p:custDataLst>
              <p:tags r:id="rId19"/>
            </p:custDataLst>
          </p:nvPr>
        </p:nvCxnSpPr>
        <p:spPr>
          <a:xfrm flipH="1">
            <a:off x="793569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66EC344D-2608-F81F-9C44-06DAEEA738D5}"/>
              </a:ext>
            </a:extLst>
          </p:cNvPr>
          <p:cNvCxnSpPr/>
          <p:nvPr>
            <p:custDataLst>
              <p:tags r:id="rId20"/>
            </p:custDataLst>
          </p:nvPr>
        </p:nvCxnSpPr>
        <p:spPr>
          <a:xfrm flipH="1">
            <a:off x="920569" y="27305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D7708BB4-9349-E54C-3D40-256A1F33596A}"/>
              </a:ext>
            </a:extLst>
          </p:cNvPr>
          <p:cNvCxnSpPr/>
          <p:nvPr>
            <p:custDataLst>
              <p:tags r:id="rId21"/>
            </p:custDataLst>
          </p:nvPr>
        </p:nvCxnSpPr>
        <p:spPr>
          <a:xfrm flipH="1">
            <a:off x="1079954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21443E2C-8EAB-EA9C-5C8C-D39BA47FC005}"/>
              </a:ext>
            </a:extLst>
          </p:cNvPr>
          <p:cNvCxnSpPr/>
          <p:nvPr>
            <p:custDataLst>
              <p:tags r:id="rId22"/>
            </p:custDataLst>
          </p:nvPr>
        </p:nvCxnSpPr>
        <p:spPr>
          <a:xfrm flipH="1">
            <a:off x="1239339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1187F3CF-D3C7-51E5-99E6-1A7C8583043E}"/>
              </a:ext>
            </a:extLst>
          </p:cNvPr>
          <p:cNvCxnSpPr/>
          <p:nvPr>
            <p:custDataLst>
              <p:tags r:id="rId23"/>
            </p:custDataLst>
          </p:nvPr>
        </p:nvCxnSpPr>
        <p:spPr>
          <a:xfrm flipH="1">
            <a:off x="1390469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5A68F3FD-EA9F-3E4E-0D01-EE6BD4E650B3}"/>
              </a:ext>
            </a:extLst>
          </p:cNvPr>
          <p:cNvCxnSpPr/>
          <p:nvPr>
            <p:custDataLst>
              <p:tags r:id="rId24"/>
            </p:custDataLst>
          </p:nvPr>
        </p:nvCxnSpPr>
        <p:spPr>
          <a:xfrm flipH="1">
            <a:off x="1512389" y="27305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6F4DC35E-1515-F76F-8DAA-BC03B438D13A}"/>
              </a:ext>
            </a:extLst>
          </p:cNvPr>
          <p:cNvCxnSpPr/>
          <p:nvPr>
            <p:custDataLst>
              <p:tags r:id="rId25"/>
            </p:custDataLst>
          </p:nvPr>
        </p:nvCxnSpPr>
        <p:spPr>
          <a:xfrm flipH="1">
            <a:off x="1671774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9B369A62-F54D-BE8F-4D92-D4B445FC9F1A}"/>
              </a:ext>
            </a:extLst>
          </p:cNvPr>
          <p:cNvCxnSpPr/>
          <p:nvPr>
            <p:custDataLst>
              <p:tags r:id="rId26"/>
            </p:custDataLst>
          </p:nvPr>
        </p:nvCxnSpPr>
        <p:spPr>
          <a:xfrm flipH="1">
            <a:off x="1831159" y="27559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742D42F4-A63E-5669-FD11-2A36A61C2D2F}"/>
              </a:ext>
            </a:extLst>
          </p:cNvPr>
          <p:cNvCxnSpPr/>
          <p:nvPr>
            <p:custDataLst>
              <p:tags r:id="rId27"/>
            </p:custDataLst>
          </p:nvPr>
        </p:nvCxnSpPr>
        <p:spPr>
          <a:xfrm flipH="1">
            <a:off x="1982289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40BC37FE-8912-3705-8025-0F887FD997CC}"/>
              </a:ext>
            </a:extLst>
          </p:cNvPr>
          <p:cNvCxnSpPr/>
          <p:nvPr>
            <p:custDataLst>
              <p:tags r:id="rId28"/>
            </p:custDataLst>
          </p:nvPr>
        </p:nvCxnSpPr>
        <p:spPr>
          <a:xfrm flipH="1">
            <a:off x="2121354" y="27114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96A48292-1D68-EF34-C481-798378CABFF4}"/>
              </a:ext>
            </a:extLst>
          </p:cNvPr>
          <p:cNvCxnSpPr/>
          <p:nvPr>
            <p:custDataLst>
              <p:tags r:id="rId29"/>
            </p:custDataLst>
          </p:nvPr>
        </p:nvCxnSpPr>
        <p:spPr>
          <a:xfrm flipH="1">
            <a:off x="2280739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ADED2708-AA2E-3459-90AF-7F731C2559E3}"/>
              </a:ext>
            </a:extLst>
          </p:cNvPr>
          <p:cNvCxnSpPr/>
          <p:nvPr>
            <p:custDataLst>
              <p:tags r:id="rId30"/>
            </p:custDataLst>
          </p:nvPr>
        </p:nvCxnSpPr>
        <p:spPr>
          <a:xfrm flipH="1">
            <a:off x="2440124" y="27368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7AA3FAEA-E55D-D609-CE92-77DCC78EE6B4}"/>
              </a:ext>
            </a:extLst>
          </p:cNvPr>
          <p:cNvCxnSpPr/>
          <p:nvPr>
            <p:custDataLst>
              <p:tags r:id="rId31"/>
            </p:custDataLst>
          </p:nvPr>
        </p:nvCxnSpPr>
        <p:spPr>
          <a:xfrm flipH="1">
            <a:off x="2591254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514120ED-2115-BDD1-0EB3-C7A4277B326D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323669" y="342900"/>
            <a:ext cx="2386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00000"/>
              </a:lnSpc>
            </a:pPr>
            <a:r>
              <a:rPr lang="zh-CN" altLang="en-US" b="1" dirty="0">
                <a:latin typeface="MiSans Semibold" pitchFamily="2" charset="-122"/>
                <a:ea typeface="MiSans Semibold" pitchFamily="2" charset="-122"/>
                <a:cs typeface="思源黑体" panose="020B0500000000000000" charset="-122"/>
              </a:rPr>
              <a:t>营销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472B87B-6BEE-B12E-B50D-A9CB9CDB42C9}"/>
              </a:ext>
            </a:extLst>
          </p:cNvPr>
          <p:cNvSpPr txBox="1"/>
          <p:nvPr>
            <p:custDataLst>
              <p:tags r:id="rId33"/>
            </p:custDataLst>
          </p:nvPr>
        </p:nvSpPr>
        <p:spPr>
          <a:xfrm>
            <a:off x="2540612" y="1593850"/>
            <a:ext cx="4453119" cy="4597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3600" dirty="0">
                <a:solidFill>
                  <a:srgbClr val="FFE291"/>
                </a:solidFill>
                <a:latin typeface="Bebas" pitchFamily="2" charset="0"/>
                <a:ea typeface="MiSans Normal" pitchFamily="2" charset="-122"/>
                <a:cs typeface="G8321 Bold" panose="00000805000000000000" charset="0"/>
              </a:rPr>
              <a:t>社交破冰机制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29908EA3-5E3C-F9F5-5F0B-CD737AB7FECC}"/>
              </a:ext>
            </a:extLst>
          </p:cNvPr>
          <p:cNvSpPr txBox="1"/>
          <p:nvPr>
            <p:custDataLst>
              <p:tags r:id="rId34"/>
            </p:custDataLst>
          </p:nvPr>
        </p:nvSpPr>
        <p:spPr>
          <a:xfrm>
            <a:off x="1431823" y="3267950"/>
            <a:ext cx="7973876" cy="210010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特定座位设置联名桌牌：</a:t>
            </a:r>
            <a:r>
              <a:rPr lang="en-US" altLang="zh-CN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"</a:t>
            </a:r>
            <a:r>
              <a:rPr lang="zh-CN" altLang="en-US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本桌需</a:t>
            </a:r>
            <a:r>
              <a:rPr lang="en-US" altLang="zh-CN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2</a:t>
            </a:r>
            <a:r>
              <a:rPr lang="zh-CN" altLang="en-US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人启动狗狗按摩服务</a:t>
            </a:r>
            <a:r>
              <a:rPr lang="en-US" altLang="zh-CN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"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拼桌成功可触发：</a:t>
            </a:r>
            <a:endParaRPr lang="en-US" altLang="zh-CN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双人版</a:t>
            </a:r>
            <a:r>
              <a:rPr lang="en-US" altLang="zh-CN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AR</a:t>
            </a:r>
            <a:r>
              <a:rPr lang="zh-CN" altLang="en-US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滤镜（线条小狗为合影者戴花环）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联名限定「社交成就徽章」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8AB8936-52C5-ADD3-5B6D-8EF852514882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5940" y="3777615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6480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 rot="19320000">
            <a:off x="8173085" y="1370330"/>
            <a:ext cx="456565" cy="459105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"/>
            </p:custDataLst>
          </p:nvPr>
        </p:nvSpPr>
        <p:spPr>
          <a:xfrm>
            <a:off x="2725874" y="2943186"/>
            <a:ext cx="7885883" cy="32855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每月发布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《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犬只幸福报告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》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公示动物福利数据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2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建立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"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客诉三级响应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"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机制（店长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-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区域总监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-CEO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直通）</a:t>
            </a:r>
            <a:endParaRPr lang="en-US" altLang="zh-CN" sz="12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200" dirty="0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咬伤事件处理流程：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隔离犬只 → 医疗救助 → 监控调取 → 保险报案 → 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72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小时跟进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2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突发疾病：</a:t>
            </a:r>
            <a:endParaRPr lang="en-US" altLang="zh-CN" sz="12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与周边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3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公里内宠物医院建立绿色通道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2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犬只遭到恶意伤害：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通过法律手段制裁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0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0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  <a:sym typeface="+mn-ea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0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0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cxnSp>
        <p:nvCxnSpPr>
          <p:cNvPr id="11" name="直接连接符 10"/>
          <p:cNvCxnSpPr/>
          <p:nvPr>
            <p:custDataLst>
              <p:tags r:id="rId2"/>
            </p:custDataLst>
          </p:nvPr>
        </p:nvCxnSpPr>
        <p:spPr>
          <a:xfrm>
            <a:off x="857885" y="1003935"/>
            <a:ext cx="10325100" cy="31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>
            <p:custDataLst>
              <p:tags r:id="rId3"/>
            </p:custDataLst>
          </p:nvPr>
        </p:nvSpPr>
        <p:spPr>
          <a:xfrm>
            <a:off x="9854565" y="588010"/>
            <a:ext cx="1369695" cy="2730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000" dirty="0">
                <a:solidFill>
                  <a:schemeClr val="tx1"/>
                </a:solidFill>
                <a:latin typeface="Bebas" pitchFamily="2" charset="0"/>
                <a:ea typeface="MiSans Normal" pitchFamily="2" charset="-122"/>
                <a:cs typeface="G8321 SemiBold" panose="00000705000000000000" charset="0"/>
              </a:rPr>
              <a:t>Public Relationship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0793730" y="6356350"/>
            <a:ext cx="560070" cy="365125"/>
          </a:xfrm>
        </p:spPr>
        <p:txBody>
          <a:bodyPr/>
          <a:lstStyle/>
          <a:p>
            <a:pPr algn="r">
              <a:buClrTx/>
              <a:buSzTx/>
              <a:buFontTx/>
            </a:pPr>
            <a:fld id="{9A0DB2DC-4C9A-4742-B13C-FB6460FD3503}" type="slidenum">
              <a:rPr lang="en-US" altLang="zh-CN" smtClean="0">
                <a:latin typeface="Bebas" pitchFamily="2" charset="0"/>
                <a:cs typeface="G8321 Medium" panose="00000605000000000000" charset="0"/>
              </a:rPr>
              <a:t>24</a:t>
            </a:fld>
            <a:endParaRPr lang="en-US" altLang="zh-CN">
              <a:latin typeface="Bebas" pitchFamily="2" charset="0"/>
              <a:cs typeface="G8321 Medium" panose="00000605000000000000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35" y="0"/>
            <a:ext cx="12191365" cy="6857365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EA8F2E79-10B2-3418-1747-D9A23ADAFCE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241119" y="259080"/>
            <a:ext cx="258635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7E9336EE-B93D-0FCC-C6F5-65443020A7C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234134" y="796290"/>
            <a:ext cx="258635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9D67D405-2173-1719-4E83-9C9FF7DD907C}"/>
              </a:ext>
            </a:extLst>
          </p:cNvPr>
          <p:cNvCxnSpPr/>
          <p:nvPr/>
        </p:nvCxnSpPr>
        <p:spPr>
          <a:xfrm flipH="1">
            <a:off x="323669" y="27114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7C2FCEBB-3650-1F3F-7ECD-5F819AB67601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 flipH="1">
            <a:off x="483054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277C4667-CBD0-EBCF-7051-58E511E0A7A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 flipH="1">
            <a:off x="642439" y="27368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304156B1-E4FE-E8D7-E452-F290E45DDA85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 flipH="1">
            <a:off x="793569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B1C01F50-FC56-90A6-6C3F-E97A7C723FF7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 flipH="1">
            <a:off x="920569" y="27305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8F44EEC6-2E10-4CD9-78A0-4644BCD07011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 flipH="1">
            <a:off x="1079954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071E3D6B-0E33-E894-0195-FAB691630185}"/>
              </a:ext>
            </a:extLst>
          </p:cNvPr>
          <p:cNvCxnSpPr/>
          <p:nvPr>
            <p:custDataLst>
              <p:tags r:id="rId11"/>
            </p:custDataLst>
          </p:nvPr>
        </p:nvCxnSpPr>
        <p:spPr>
          <a:xfrm flipH="1">
            <a:off x="1239339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2AAA5A94-89A8-F891-FB66-BD24090E3094}"/>
              </a:ext>
            </a:extLst>
          </p:cNvPr>
          <p:cNvCxnSpPr/>
          <p:nvPr>
            <p:custDataLst>
              <p:tags r:id="rId12"/>
            </p:custDataLst>
          </p:nvPr>
        </p:nvCxnSpPr>
        <p:spPr>
          <a:xfrm flipH="1">
            <a:off x="1390469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FF3E7EEC-7676-CD64-1ABB-1BC19A4FEBEF}"/>
              </a:ext>
            </a:extLst>
          </p:cNvPr>
          <p:cNvCxnSpPr/>
          <p:nvPr>
            <p:custDataLst>
              <p:tags r:id="rId13"/>
            </p:custDataLst>
          </p:nvPr>
        </p:nvCxnSpPr>
        <p:spPr>
          <a:xfrm flipH="1">
            <a:off x="1512389" y="27305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635F3D50-5734-C1BA-35F4-5B30762B3A37}"/>
              </a:ext>
            </a:extLst>
          </p:cNvPr>
          <p:cNvCxnSpPr/>
          <p:nvPr>
            <p:custDataLst>
              <p:tags r:id="rId14"/>
            </p:custDataLst>
          </p:nvPr>
        </p:nvCxnSpPr>
        <p:spPr>
          <a:xfrm flipH="1">
            <a:off x="1671774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BBC13DB6-2EEF-6916-475D-5A021C5B3FDE}"/>
              </a:ext>
            </a:extLst>
          </p:cNvPr>
          <p:cNvCxnSpPr/>
          <p:nvPr>
            <p:custDataLst>
              <p:tags r:id="rId15"/>
            </p:custDataLst>
          </p:nvPr>
        </p:nvCxnSpPr>
        <p:spPr>
          <a:xfrm flipH="1">
            <a:off x="1831159" y="27559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4A46E7BE-CB29-CAAA-53A4-81661EADB2DA}"/>
              </a:ext>
            </a:extLst>
          </p:cNvPr>
          <p:cNvCxnSpPr/>
          <p:nvPr>
            <p:custDataLst>
              <p:tags r:id="rId16"/>
            </p:custDataLst>
          </p:nvPr>
        </p:nvCxnSpPr>
        <p:spPr>
          <a:xfrm flipH="1">
            <a:off x="1982289" y="269240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EFF0811B-8E15-F651-6974-329F78812CF3}"/>
              </a:ext>
            </a:extLst>
          </p:cNvPr>
          <p:cNvCxnSpPr/>
          <p:nvPr>
            <p:custDataLst>
              <p:tags r:id="rId17"/>
            </p:custDataLst>
          </p:nvPr>
        </p:nvCxnSpPr>
        <p:spPr>
          <a:xfrm flipH="1">
            <a:off x="2121354" y="27114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DF7CAF48-0208-E8CC-4464-0FFD2B1CDBAF}"/>
              </a:ext>
            </a:extLst>
          </p:cNvPr>
          <p:cNvCxnSpPr/>
          <p:nvPr>
            <p:custDataLst>
              <p:tags r:id="rId18"/>
            </p:custDataLst>
          </p:nvPr>
        </p:nvCxnSpPr>
        <p:spPr>
          <a:xfrm flipH="1">
            <a:off x="2280739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95980DE8-8E93-E450-C14A-3A5C4892B8A5}"/>
              </a:ext>
            </a:extLst>
          </p:cNvPr>
          <p:cNvCxnSpPr/>
          <p:nvPr>
            <p:custDataLst>
              <p:tags r:id="rId19"/>
            </p:custDataLst>
          </p:nvPr>
        </p:nvCxnSpPr>
        <p:spPr>
          <a:xfrm flipH="1">
            <a:off x="2440124" y="27368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D51E990C-D3D7-F293-21A7-E42BE7496BD5}"/>
              </a:ext>
            </a:extLst>
          </p:cNvPr>
          <p:cNvCxnSpPr/>
          <p:nvPr>
            <p:custDataLst>
              <p:tags r:id="rId20"/>
            </p:custDataLst>
          </p:nvPr>
        </p:nvCxnSpPr>
        <p:spPr>
          <a:xfrm flipH="1">
            <a:off x="2591254" y="267335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F0B8790A-9C23-307D-FC6D-BFD89B3C31E2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323669" y="342900"/>
            <a:ext cx="2386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00000"/>
              </a:lnSpc>
            </a:pPr>
            <a:r>
              <a:rPr lang="zh-CN" altLang="en-US" b="1" dirty="0">
                <a:latin typeface="MiSans Semibold" pitchFamily="2" charset="-122"/>
                <a:ea typeface="MiSans Semibold" pitchFamily="2" charset="-122"/>
                <a:cs typeface="思源黑体" panose="020B0500000000000000" charset="-122"/>
              </a:rPr>
              <a:t>公关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48009F4-2005-F5C4-582D-5A623C91F882}"/>
              </a:ext>
            </a:extLst>
          </p:cNvPr>
          <p:cNvSpPr/>
          <p:nvPr/>
        </p:nvSpPr>
        <p:spPr>
          <a:xfrm>
            <a:off x="928189" y="1586865"/>
            <a:ext cx="8926376" cy="904214"/>
          </a:xfrm>
          <a:prstGeom prst="rect">
            <a:avLst/>
          </a:prstGeom>
          <a:solidFill>
            <a:srgbClr val="FFE2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AE06515-2F7C-B6CC-C6C1-CB4F61BE2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 cstate="print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backgroundRemoval t="3620" b="89899" l="1182" r="90000">
                        <a14:foregroundMark x1="4364" y1="19192" x2="4364" y2="19192"/>
                        <a14:foregroundMark x1="4636" y1="23148" x2="5727" y2="20539"/>
                        <a14:foregroundMark x1="26455" y1="5471" x2="18455" y2="3620"/>
                        <a14:foregroundMark x1="1182" y1="22643" x2="3636" y2="19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909" y="2038972"/>
            <a:ext cx="455579" cy="49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AutoShape 4">
            <a:extLst>
              <a:ext uri="{FF2B5EF4-FFF2-40B4-BE49-F238E27FC236}">
                <a16:creationId xmlns:a16="http://schemas.microsoft.com/office/drawing/2014/main" id="{52AFC70F-82C3-0846-3426-A63AEF3BE3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45C0E3D6-90C0-0A31-45C5-D8491EB9B12A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5000" b="97308" l="10000" r="90000">
                        <a14:foregroundMark x1="53846" y1="5000" x2="53846" y2="5000"/>
                        <a14:foregroundMark x1="70000" y1="46538" x2="70000" y2="46538"/>
                        <a14:foregroundMark x1="49615" y1="92692" x2="49615" y2="92692"/>
                        <a14:foregroundMark x1="48462" y1="97308" x2="48462" y2="973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5463" y="2246329"/>
            <a:ext cx="360363" cy="210320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AE205560-DA16-995F-D8A7-124D33B13CD7}"/>
              </a:ext>
            </a:extLst>
          </p:cNvPr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71" t="38757" r="32369" b="45062"/>
          <a:stretch>
            <a:fillRect/>
          </a:stretch>
        </p:blipFill>
        <p:spPr>
          <a:xfrm>
            <a:off x="1215390" y="1742586"/>
            <a:ext cx="973274" cy="619222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7D86B9FB-2D58-FFF3-C1F5-12B56CC9BB3A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3694433" y="1821364"/>
            <a:ext cx="46520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0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MiSans Semibold" pitchFamily="2" charset="-122"/>
                <a:ea typeface="MiSans Semibold" pitchFamily="2" charset="-122"/>
                <a:cs typeface="思源黑体" panose="020B0500000000000000" charset="-122"/>
              </a:rPr>
              <a:t>今日汪法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椭圆 15"/>
          <p:cNvSpPr/>
          <p:nvPr/>
        </p:nvSpPr>
        <p:spPr>
          <a:xfrm>
            <a:off x="635344" y="2393937"/>
            <a:ext cx="405130" cy="396875"/>
          </a:xfrm>
          <a:prstGeom prst="ellipse">
            <a:avLst/>
          </a:prstGeom>
          <a:solidFill>
            <a:srgbClr val="FFE29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391" y="192881"/>
            <a:ext cx="3171179" cy="144716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4800" dirty="0">
                <a:solidFill>
                  <a:srgbClr val="CE8540"/>
                </a:solidFill>
                <a:latin typeface="Bebas" pitchFamily="2" charset="0"/>
                <a:ea typeface="MiSans Normal" pitchFamily="2" charset="-122"/>
                <a:cs typeface="G8321 Bold" panose="00000805000000000000" charset="0"/>
              </a:rPr>
              <a:t>BRAND</a:t>
            </a:r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353086" y="299879"/>
            <a:ext cx="4113174" cy="83502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8000" dirty="0">
                <a:solidFill>
                  <a:srgbClr val="FFE291"/>
                </a:solidFill>
                <a:latin typeface="Estrada Signature" panose="02000600000000000000" pitchFamily="2" charset="0"/>
                <a:ea typeface="MiSans Normal" pitchFamily="2" charset="-122"/>
                <a:cs typeface="Signatura Monoline Script" panose="02000506000000020004" charset="0"/>
              </a:rPr>
              <a:t>IDENTITY</a:t>
            </a: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191921" y="2412034"/>
            <a:ext cx="1720215" cy="3606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 dirty="0">
                <a:latin typeface="MiSans Semibold" pitchFamily="2" charset="-122"/>
                <a:ea typeface="MiSans Semibold" pitchFamily="2" charset="-122"/>
                <a:cs typeface="思源黑体 Light" panose="020B0300000000000000" charset="-122"/>
              </a:rPr>
              <a:t>组织架构</a:t>
            </a:r>
          </a:p>
        </p:txBody>
      </p:sp>
      <p:cxnSp>
        <p:nvCxnSpPr>
          <p:cNvPr id="21" name="直接连接符 20"/>
          <p:cNvCxnSpPr/>
          <p:nvPr>
            <p:custDataLst>
              <p:tags r:id="rId3"/>
            </p:custDataLst>
          </p:nvPr>
        </p:nvCxnSpPr>
        <p:spPr>
          <a:xfrm>
            <a:off x="353086" y="1438989"/>
            <a:ext cx="258635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>
            <p:custDataLst>
              <p:tags r:id="rId4"/>
            </p:custDataLst>
          </p:nvPr>
        </p:nvCxnSpPr>
        <p:spPr>
          <a:xfrm>
            <a:off x="346101" y="1976199"/>
            <a:ext cx="258635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635000" y="2984785"/>
            <a:ext cx="11055350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>
            <p:custDataLst>
              <p:tags r:id="rId6"/>
            </p:custDataLst>
          </p:nvPr>
        </p:nvCxnSpPr>
        <p:spPr>
          <a:xfrm>
            <a:off x="635000" y="2199964"/>
            <a:ext cx="11055350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H="1">
            <a:off x="435636" y="145105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>
            <p:custDataLst>
              <p:tags r:id="rId7"/>
            </p:custDataLst>
          </p:nvPr>
        </p:nvCxnSpPr>
        <p:spPr>
          <a:xfrm flipH="1">
            <a:off x="595021" y="144724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>
            <p:custDataLst>
              <p:tags r:id="rId8"/>
            </p:custDataLst>
          </p:nvPr>
        </p:nvCxnSpPr>
        <p:spPr>
          <a:xfrm flipH="1">
            <a:off x="754406" y="145359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>
            <p:custDataLst>
              <p:tags r:id="rId9"/>
            </p:custDataLst>
          </p:nvPr>
        </p:nvCxnSpPr>
        <p:spPr>
          <a:xfrm flipH="1">
            <a:off x="905536" y="144724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>
            <p:custDataLst>
              <p:tags r:id="rId10"/>
            </p:custDataLst>
          </p:nvPr>
        </p:nvCxnSpPr>
        <p:spPr>
          <a:xfrm flipH="1">
            <a:off x="1032536" y="145295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>
            <p:custDataLst>
              <p:tags r:id="rId11"/>
            </p:custDataLst>
          </p:nvPr>
        </p:nvCxnSpPr>
        <p:spPr>
          <a:xfrm flipH="1">
            <a:off x="1191921" y="144914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>
            <p:custDataLst>
              <p:tags r:id="rId12"/>
            </p:custDataLst>
          </p:nvPr>
        </p:nvCxnSpPr>
        <p:spPr>
          <a:xfrm flipH="1">
            <a:off x="1351306" y="144724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>
            <p:custDataLst>
              <p:tags r:id="rId13"/>
            </p:custDataLst>
          </p:nvPr>
        </p:nvCxnSpPr>
        <p:spPr>
          <a:xfrm flipH="1">
            <a:off x="1502436" y="144914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>
            <p:custDataLst>
              <p:tags r:id="rId14"/>
            </p:custDataLst>
          </p:nvPr>
        </p:nvCxnSpPr>
        <p:spPr>
          <a:xfrm flipH="1">
            <a:off x="1624356" y="145295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>
            <p:custDataLst>
              <p:tags r:id="rId15"/>
            </p:custDataLst>
          </p:nvPr>
        </p:nvCxnSpPr>
        <p:spPr>
          <a:xfrm flipH="1">
            <a:off x="1783741" y="144914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>
            <p:custDataLst>
              <p:tags r:id="rId16"/>
            </p:custDataLst>
          </p:nvPr>
        </p:nvCxnSpPr>
        <p:spPr>
          <a:xfrm flipH="1">
            <a:off x="1943126" y="145549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>
            <p:custDataLst>
              <p:tags r:id="rId17"/>
            </p:custDataLst>
          </p:nvPr>
        </p:nvCxnSpPr>
        <p:spPr>
          <a:xfrm flipH="1">
            <a:off x="2094256" y="144914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>
            <p:custDataLst>
              <p:tags r:id="rId18"/>
            </p:custDataLst>
          </p:nvPr>
        </p:nvCxnSpPr>
        <p:spPr>
          <a:xfrm flipH="1">
            <a:off x="2233321" y="145105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>
            <p:custDataLst>
              <p:tags r:id="rId19"/>
            </p:custDataLst>
          </p:nvPr>
        </p:nvCxnSpPr>
        <p:spPr>
          <a:xfrm flipH="1">
            <a:off x="2392706" y="144724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>
            <p:custDataLst>
              <p:tags r:id="rId20"/>
            </p:custDataLst>
          </p:nvPr>
        </p:nvCxnSpPr>
        <p:spPr>
          <a:xfrm flipH="1">
            <a:off x="2552091" y="145359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>
            <p:custDataLst>
              <p:tags r:id="rId21"/>
            </p:custDataLst>
          </p:nvPr>
        </p:nvCxnSpPr>
        <p:spPr>
          <a:xfrm flipH="1">
            <a:off x="2703221" y="144724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>
            <p:custDataLst>
              <p:tags r:id="rId22"/>
            </p:custDataLst>
          </p:nvPr>
        </p:nvSpPr>
        <p:spPr>
          <a:xfrm>
            <a:off x="435636" y="1522809"/>
            <a:ext cx="2386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00000"/>
              </a:lnSpc>
            </a:pPr>
            <a:r>
              <a:rPr lang="zh-CN" altLang="en-US" b="1" dirty="0">
                <a:latin typeface="MiSans Semibold" pitchFamily="2" charset="-122"/>
                <a:ea typeface="MiSans Semibold" pitchFamily="2" charset="-122"/>
                <a:cs typeface="思源黑体" panose="020B0500000000000000" charset="-122"/>
              </a:rPr>
              <a:t>内部行为</a:t>
            </a:r>
          </a:p>
        </p:txBody>
      </p:sp>
      <p:sp>
        <p:nvSpPr>
          <p:cNvPr id="29" name="矩形 28"/>
          <p:cNvSpPr/>
          <p:nvPr/>
        </p:nvSpPr>
        <p:spPr>
          <a:xfrm>
            <a:off x="635" y="0"/>
            <a:ext cx="12191365" cy="6857365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49E0FB5-6615-8478-0727-5EFED00088AC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2300631" y="3769606"/>
            <a:ext cx="6430010" cy="16548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采用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"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双线管理制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"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：服务线（前台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咖啡）与犬管线（护理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训练）并行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2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设置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"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首席快乐官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"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岗位负责员工与狗狗的情绪管理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2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随着门店扩张，设立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"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犬只福利委员会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"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监督动物权益保障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0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D85379-96FA-3CF9-7D3D-B1DCC2410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椭圆 15">
            <a:extLst>
              <a:ext uri="{FF2B5EF4-FFF2-40B4-BE49-F238E27FC236}">
                <a16:creationId xmlns:a16="http://schemas.microsoft.com/office/drawing/2014/main" id="{E1B55A4B-6D77-989F-23C3-7002497E28B5}"/>
              </a:ext>
            </a:extLst>
          </p:cNvPr>
          <p:cNvSpPr/>
          <p:nvPr/>
        </p:nvSpPr>
        <p:spPr>
          <a:xfrm>
            <a:off x="635344" y="2393937"/>
            <a:ext cx="405130" cy="396875"/>
          </a:xfrm>
          <a:prstGeom prst="ellipse">
            <a:avLst/>
          </a:prstGeom>
          <a:solidFill>
            <a:srgbClr val="FFE29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CECF8FC-9605-C5F3-E2C6-DF0B79257211}"/>
              </a:ext>
            </a:extLst>
          </p:cNvPr>
          <p:cNvSpPr txBox="1"/>
          <p:nvPr/>
        </p:nvSpPr>
        <p:spPr>
          <a:xfrm>
            <a:off x="26391" y="192881"/>
            <a:ext cx="3171179" cy="144716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en-US" altLang="zh-CN" sz="4800" dirty="0">
                <a:solidFill>
                  <a:srgbClr val="CE8540"/>
                </a:solidFill>
                <a:latin typeface="Bebas" pitchFamily="2" charset="0"/>
                <a:ea typeface="MiSans Normal" pitchFamily="2" charset="-122"/>
                <a:cs typeface="G8321 Bold" panose="00000805000000000000" charset="0"/>
              </a:rPr>
              <a:t>BRAND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218EA12-5402-F7F5-E504-0E82DF82E15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53086" y="299879"/>
            <a:ext cx="4113174" cy="83502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en-US" altLang="zh-CN" sz="8000" dirty="0">
                <a:solidFill>
                  <a:srgbClr val="FFE291"/>
                </a:solidFill>
                <a:latin typeface="Estrada Signature" panose="02000600000000000000" pitchFamily="2" charset="0"/>
                <a:ea typeface="MiSans Normal" pitchFamily="2" charset="-122"/>
                <a:cs typeface="Signatura Monoline Script" panose="02000506000000020004" charset="0"/>
              </a:rPr>
              <a:t>IDENTITY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EE4F773-977D-C347-074F-634292255B2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191921" y="2412034"/>
            <a:ext cx="1720215" cy="3606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 dirty="0">
                <a:latin typeface="MiSans Semibold" pitchFamily="2" charset="-122"/>
                <a:ea typeface="MiSans Semibold" pitchFamily="2" charset="-122"/>
                <a:cs typeface="思源黑体 Light" panose="020B0300000000000000" charset="-122"/>
              </a:rPr>
              <a:t>员工培训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D352195F-231B-3FB7-84C0-8F3E8F4CA60A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353086" y="1438989"/>
            <a:ext cx="258635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485927ED-64FE-19AB-1348-DB4233C1575D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46101" y="1976199"/>
            <a:ext cx="258635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4E1AA723-DC55-5BC1-9EDA-FC9BC132C6E8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635000" y="2984785"/>
            <a:ext cx="11055350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C518624B-FCE9-D1B3-6B89-6536EC1BCD0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35000" y="2199964"/>
            <a:ext cx="11055350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257473F1-6B87-2CFB-3A8D-133E97AF8EBE}"/>
              </a:ext>
            </a:extLst>
          </p:cNvPr>
          <p:cNvCxnSpPr/>
          <p:nvPr/>
        </p:nvCxnSpPr>
        <p:spPr>
          <a:xfrm flipH="1">
            <a:off x="435636" y="145105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149C201-96BA-947C-79B2-49CBDFE18D5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 flipH="1">
            <a:off x="595021" y="144724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E87CF59E-E117-CE75-386A-ACAFAF0908A8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 flipH="1">
            <a:off x="754406" y="145359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76F954E-92E5-FAB6-E3B1-0ABB027DA44B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 flipH="1">
            <a:off x="905536" y="144724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29E7A672-DAE8-BCF9-2FDB-4E48F52F3EAA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 flipH="1">
            <a:off x="1032536" y="145295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B8C12DFA-1449-266A-0B36-70E0624819EB}"/>
              </a:ext>
            </a:extLst>
          </p:cNvPr>
          <p:cNvCxnSpPr/>
          <p:nvPr>
            <p:custDataLst>
              <p:tags r:id="rId11"/>
            </p:custDataLst>
          </p:nvPr>
        </p:nvCxnSpPr>
        <p:spPr>
          <a:xfrm flipH="1">
            <a:off x="1191921" y="144914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D837C21F-1F04-B381-F041-FB6DEB904667}"/>
              </a:ext>
            </a:extLst>
          </p:cNvPr>
          <p:cNvCxnSpPr/>
          <p:nvPr>
            <p:custDataLst>
              <p:tags r:id="rId12"/>
            </p:custDataLst>
          </p:nvPr>
        </p:nvCxnSpPr>
        <p:spPr>
          <a:xfrm flipH="1">
            <a:off x="1351306" y="144724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19F62897-506C-82BB-E326-2DE2BB900873}"/>
              </a:ext>
            </a:extLst>
          </p:cNvPr>
          <p:cNvCxnSpPr/>
          <p:nvPr>
            <p:custDataLst>
              <p:tags r:id="rId13"/>
            </p:custDataLst>
          </p:nvPr>
        </p:nvCxnSpPr>
        <p:spPr>
          <a:xfrm flipH="1">
            <a:off x="1502436" y="144914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FBD29689-1A27-9803-0E99-E702F306E5C6}"/>
              </a:ext>
            </a:extLst>
          </p:cNvPr>
          <p:cNvCxnSpPr/>
          <p:nvPr>
            <p:custDataLst>
              <p:tags r:id="rId14"/>
            </p:custDataLst>
          </p:nvPr>
        </p:nvCxnSpPr>
        <p:spPr>
          <a:xfrm flipH="1">
            <a:off x="1624356" y="145295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335417A4-A46C-28D8-99ED-1D7DC3FFD08C}"/>
              </a:ext>
            </a:extLst>
          </p:cNvPr>
          <p:cNvCxnSpPr/>
          <p:nvPr>
            <p:custDataLst>
              <p:tags r:id="rId15"/>
            </p:custDataLst>
          </p:nvPr>
        </p:nvCxnSpPr>
        <p:spPr>
          <a:xfrm flipH="1">
            <a:off x="1783741" y="144914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A2AC12BC-034F-2F1C-E5EF-C71E695A579F}"/>
              </a:ext>
            </a:extLst>
          </p:cNvPr>
          <p:cNvCxnSpPr/>
          <p:nvPr>
            <p:custDataLst>
              <p:tags r:id="rId16"/>
            </p:custDataLst>
          </p:nvPr>
        </p:nvCxnSpPr>
        <p:spPr>
          <a:xfrm flipH="1">
            <a:off x="1943126" y="145549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F17D35C8-EE8F-D667-A035-25EA4FDE1857}"/>
              </a:ext>
            </a:extLst>
          </p:cNvPr>
          <p:cNvCxnSpPr/>
          <p:nvPr>
            <p:custDataLst>
              <p:tags r:id="rId17"/>
            </p:custDataLst>
          </p:nvPr>
        </p:nvCxnSpPr>
        <p:spPr>
          <a:xfrm flipH="1">
            <a:off x="2094256" y="144914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B1403E71-1BAD-E54A-3539-9086411A792D}"/>
              </a:ext>
            </a:extLst>
          </p:cNvPr>
          <p:cNvCxnSpPr/>
          <p:nvPr>
            <p:custDataLst>
              <p:tags r:id="rId18"/>
            </p:custDataLst>
          </p:nvPr>
        </p:nvCxnSpPr>
        <p:spPr>
          <a:xfrm flipH="1">
            <a:off x="2233321" y="145105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B3BA77CB-D5D6-CEF5-4DD1-1567314FED65}"/>
              </a:ext>
            </a:extLst>
          </p:cNvPr>
          <p:cNvCxnSpPr/>
          <p:nvPr>
            <p:custDataLst>
              <p:tags r:id="rId19"/>
            </p:custDataLst>
          </p:nvPr>
        </p:nvCxnSpPr>
        <p:spPr>
          <a:xfrm flipH="1">
            <a:off x="2392706" y="144724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11D47082-623F-3DB1-C316-6BCF02911C19}"/>
              </a:ext>
            </a:extLst>
          </p:cNvPr>
          <p:cNvCxnSpPr/>
          <p:nvPr>
            <p:custDataLst>
              <p:tags r:id="rId20"/>
            </p:custDataLst>
          </p:nvPr>
        </p:nvCxnSpPr>
        <p:spPr>
          <a:xfrm flipH="1">
            <a:off x="2552091" y="145359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80D73005-25CA-2AC1-0D6A-F52556A814B9}"/>
              </a:ext>
            </a:extLst>
          </p:cNvPr>
          <p:cNvCxnSpPr/>
          <p:nvPr>
            <p:custDataLst>
              <p:tags r:id="rId21"/>
            </p:custDataLst>
          </p:nvPr>
        </p:nvCxnSpPr>
        <p:spPr>
          <a:xfrm flipH="1">
            <a:off x="2703221" y="144724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D3927AF4-B062-EB00-6446-B139B3F8764A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435636" y="1522809"/>
            <a:ext cx="2386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00000"/>
              </a:lnSpc>
            </a:pPr>
            <a:r>
              <a:rPr lang="zh-CN" altLang="en-US" b="1" dirty="0">
                <a:latin typeface="MiSans Semibold" pitchFamily="2" charset="-122"/>
                <a:ea typeface="MiSans Semibold" pitchFamily="2" charset="-122"/>
                <a:cs typeface="思源黑体" panose="020B0500000000000000" charset="-122"/>
              </a:rPr>
              <a:t>内部行为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D604CAF-A3C6-1462-BE60-DF4E0E7B531D}"/>
              </a:ext>
            </a:extLst>
          </p:cNvPr>
          <p:cNvSpPr/>
          <p:nvPr/>
        </p:nvSpPr>
        <p:spPr>
          <a:xfrm>
            <a:off x="635" y="0"/>
            <a:ext cx="12191365" cy="6857365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CCE4FDC-3D4A-CC7D-C5D7-D8A1BE219221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633179" y="5474585"/>
            <a:ext cx="4017072" cy="6294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必修课程包含宠物急救、犬类心理学、咖啡制作交叉培训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每月举办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"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狗狗行为解读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"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情景模拟考核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0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D2450D2-0852-AD6A-73F9-8F17726BE4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9649286"/>
              </p:ext>
            </p:extLst>
          </p:nvPr>
        </p:nvGraphicFramePr>
        <p:xfrm>
          <a:off x="633179" y="3867277"/>
          <a:ext cx="4140084" cy="1483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2070042">
                  <a:extLst>
                    <a:ext uri="{9D8B030D-6E8A-4147-A177-3AD203B41FA5}">
                      <a16:colId xmlns:a16="http://schemas.microsoft.com/office/drawing/2014/main" val="3483302680"/>
                    </a:ext>
                  </a:extLst>
                </a:gridCol>
                <a:gridCol w="2070042">
                  <a:extLst>
                    <a:ext uri="{9D8B030D-6E8A-4147-A177-3AD203B41FA5}">
                      <a16:colId xmlns:a16="http://schemas.microsoft.com/office/drawing/2014/main" val="38069871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/>
                        <a:t>等级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/>
                        <a:t>要求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1842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铜爪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50</a:t>
                      </a:r>
                      <a:r>
                        <a:rPr lang="zh-CN" altLang="en-US" sz="1400" dirty="0"/>
                        <a:t>课时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779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银爪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100</a:t>
                      </a:r>
                      <a:r>
                        <a:rPr lang="zh-CN" altLang="en-US" sz="1400" dirty="0"/>
                        <a:t>课时</a:t>
                      </a:r>
                      <a:r>
                        <a:rPr lang="en-US" altLang="zh-CN" sz="1400" dirty="0"/>
                        <a:t>+</a:t>
                      </a:r>
                      <a:r>
                        <a:rPr lang="zh-CN" altLang="en-US" sz="1400" dirty="0"/>
                        <a:t>实操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053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金爪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200</a:t>
                      </a:r>
                      <a:r>
                        <a:rPr lang="zh-CN" altLang="en-US" sz="1400" dirty="0"/>
                        <a:t>课时</a:t>
                      </a:r>
                      <a:r>
                        <a:rPr lang="en-US" altLang="zh-CN" sz="1400" dirty="0"/>
                        <a:t>+</a:t>
                      </a:r>
                      <a:r>
                        <a:rPr lang="zh-CN" altLang="en-US" sz="1400" dirty="0"/>
                        <a:t>案例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6702807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861984C6-6C27-37B9-2D97-59C43F64A0BC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595021" y="3248342"/>
            <a:ext cx="1720215" cy="3606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 dirty="0">
                <a:latin typeface="MiSans Semibold" pitchFamily="2" charset="-122"/>
                <a:ea typeface="MiSans Semibold" pitchFamily="2" charset="-122"/>
                <a:cs typeface="思源黑体 Light" panose="020B0300000000000000" charset="-122"/>
              </a:rPr>
              <a:t>三级认证制度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B8420C2-5A78-26E3-3D92-322F1453942E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7460948" y="3248342"/>
            <a:ext cx="1720215" cy="3606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 dirty="0">
                <a:latin typeface="MiSans Semibold" pitchFamily="2" charset="-122"/>
                <a:ea typeface="MiSans Semibold" pitchFamily="2" charset="-122"/>
                <a:cs typeface="思源黑体 Light" panose="020B0300000000000000" charset="-122"/>
              </a:rPr>
              <a:t>行为规范标准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6B9F4D7-52CC-2298-F454-3B051B84DD1E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7460948" y="3821545"/>
            <a:ext cx="4017072" cy="210028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服务人员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"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三不原则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"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：不强行抱狗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                                  不单独留客人与狗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                                  不提供人类食物给狗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2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建立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"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红黄牌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"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制度：违规操作累计三次停职培训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2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强制穿戴标准工装（防抓面料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+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等级识别徽章）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0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65397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BE64F1-5144-0BFB-408D-A56C4C367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椭圆 15">
            <a:extLst>
              <a:ext uri="{FF2B5EF4-FFF2-40B4-BE49-F238E27FC236}">
                <a16:creationId xmlns:a16="http://schemas.microsoft.com/office/drawing/2014/main" id="{4D1B899A-DF7D-2E37-2CB9-14F01A96CE67}"/>
              </a:ext>
            </a:extLst>
          </p:cNvPr>
          <p:cNvSpPr/>
          <p:nvPr/>
        </p:nvSpPr>
        <p:spPr>
          <a:xfrm>
            <a:off x="635344" y="2393937"/>
            <a:ext cx="405130" cy="396875"/>
          </a:xfrm>
          <a:prstGeom prst="ellipse">
            <a:avLst/>
          </a:prstGeom>
          <a:solidFill>
            <a:srgbClr val="FFE29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CBA5E22-9617-0426-7815-E5B6CECFE617}"/>
              </a:ext>
            </a:extLst>
          </p:cNvPr>
          <p:cNvSpPr txBox="1"/>
          <p:nvPr/>
        </p:nvSpPr>
        <p:spPr>
          <a:xfrm>
            <a:off x="26391" y="192881"/>
            <a:ext cx="3171179" cy="144716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en-US" altLang="zh-CN" sz="4800" dirty="0">
                <a:solidFill>
                  <a:srgbClr val="CE8540"/>
                </a:solidFill>
                <a:latin typeface="Bebas" pitchFamily="2" charset="0"/>
                <a:ea typeface="MiSans Normal" pitchFamily="2" charset="-122"/>
                <a:cs typeface="G8321 Bold" panose="00000805000000000000" charset="0"/>
              </a:rPr>
              <a:t>BRAND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94D5761-FACF-F885-577E-C4E177C87D2F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53086" y="299879"/>
            <a:ext cx="4113174" cy="83502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en-US" altLang="zh-CN" sz="8000" dirty="0">
                <a:solidFill>
                  <a:srgbClr val="FFE291"/>
                </a:solidFill>
                <a:latin typeface="Estrada Signature" panose="02000600000000000000" pitchFamily="2" charset="0"/>
                <a:ea typeface="MiSans Normal" pitchFamily="2" charset="-122"/>
                <a:cs typeface="Signatura Monoline Script" panose="02000506000000020004" charset="0"/>
              </a:rPr>
              <a:t>IDENTITY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40EF952-1745-0559-E548-08F9E7BD200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191921" y="2412034"/>
            <a:ext cx="1720215" cy="3606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 dirty="0">
                <a:latin typeface="MiSans Semibold" pitchFamily="2" charset="-122"/>
                <a:ea typeface="MiSans Semibold" pitchFamily="2" charset="-122"/>
                <a:cs typeface="思源黑体 Light" panose="020B0300000000000000" charset="-122"/>
              </a:rPr>
              <a:t>员工培训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07A44B20-2E94-514E-2DA2-EC3D8ED35AF5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353086" y="1438989"/>
            <a:ext cx="258635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2EA9601C-424A-D2CC-BB82-D14EFC283ABA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46101" y="1976199"/>
            <a:ext cx="258635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8B50568C-47E0-6642-C628-BF1BB7F3A18B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635000" y="2984785"/>
            <a:ext cx="11055350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B9F5D206-FE52-3E8C-41AA-402B771969FA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35000" y="2199964"/>
            <a:ext cx="11055350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17231FD7-FB50-F3B0-AABC-027C0CC89804}"/>
              </a:ext>
            </a:extLst>
          </p:cNvPr>
          <p:cNvCxnSpPr/>
          <p:nvPr/>
        </p:nvCxnSpPr>
        <p:spPr>
          <a:xfrm flipH="1">
            <a:off x="435636" y="145105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73ED7CC8-A1A2-98B2-D931-6DEDC8C015B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 flipH="1">
            <a:off x="595021" y="144724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13540571-E981-FF3F-8FD9-A73EBF53CF79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 flipH="1">
            <a:off x="754406" y="145359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03B628C-C217-5075-8FF3-36A95F64BEB5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 flipH="1">
            <a:off x="905536" y="144724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C6F8BD6E-065F-0A43-3081-EFB0E4ED1CE4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 flipH="1">
            <a:off x="1032536" y="145295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671AAE14-70D9-6988-2067-46E40E4CEB0C}"/>
              </a:ext>
            </a:extLst>
          </p:cNvPr>
          <p:cNvCxnSpPr/>
          <p:nvPr>
            <p:custDataLst>
              <p:tags r:id="rId11"/>
            </p:custDataLst>
          </p:nvPr>
        </p:nvCxnSpPr>
        <p:spPr>
          <a:xfrm flipH="1">
            <a:off x="1191921" y="144914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A1C20527-DF6F-897E-DE3C-98EE9C174C4A}"/>
              </a:ext>
            </a:extLst>
          </p:cNvPr>
          <p:cNvCxnSpPr/>
          <p:nvPr>
            <p:custDataLst>
              <p:tags r:id="rId12"/>
            </p:custDataLst>
          </p:nvPr>
        </p:nvCxnSpPr>
        <p:spPr>
          <a:xfrm flipH="1">
            <a:off x="1351306" y="144724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8A5EF443-E2A5-810B-EDF9-B38FFC10F6F9}"/>
              </a:ext>
            </a:extLst>
          </p:cNvPr>
          <p:cNvCxnSpPr/>
          <p:nvPr>
            <p:custDataLst>
              <p:tags r:id="rId13"/>
            </p:custDataLst>
          </p:nvPr>
        </p:nvCxnSpPr>
        <p:spPr>
          <a:xfrm flipH="1">
            <a:off x="1502436" y="144914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A7C8BB6D-BCD6-D171-898F-6F960F09A897}"/>
              </a:ext>
            </a:extLst>
          </p:cNvPr>
          <p:cNvCxnSpPr/>
          <p:nvPr>
            <p:custDataLst>
              <p:tags r:id="rId14"/>
            </p:custDataLst>
          </p:nvPr>
        </p:nvCxnSpPr>
        <p:spPr>
          <a:xfrm flipH="1">
            <a:off x="1624356" y="145295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9E478571-5E21-FD90-EE3D-B1469029F0BB}"/>
              </a:ext>
            </a:extLst>
          </p:cNvPr>
          <p:cNvCxnSpPr/>
          <p:nvPr>
            <p:custDataLst>
              <p:tags r:id="rId15"/>
            </p:custDataLst>
          </p:nvPr>
        </p:nvCxnSpPr>
        <p:spPr>
          <a:xfrm flipH="1">
            <a:off x="1783741" y="144914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67E1D32C-C783-74E5-68C3-89C594A62DE4}"/>
              </a:ext>
            </a:extLst>
          </p:cNvPr>
          <p:cNvCxnSpPr/>
          <p:nvPr>
            <p:custDataLst>
              <p:tags r:id="rId16"/>
            </p:custDataLst>
          </p:nvPr>
        </p:nvCxnSpPr>
        <p:spPr>
          <a:xfrm flipH="1">
            <a:off x="1943126" y="145549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9E084841-EDBA-EFB6-26A8-2112AABD333C}"/>
              </a:ext>
            </a:extLst>
          </p:cNvPr>
          <p:cNvCxnSpPr/>
          <p:nvPr>
            <p:custDataLst>
              <p:tags r:id="rId17"/>
            </p:custDataLst>
          </p:nvPr>
        </p:nvCxnSpPr>
        <p:spPr>
          <a:xfrm flipH="1">
            <a:off x="2094256" y="144914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2F6A9482-C0FD-9DA1-5357-36EE4FF5B325}"/>
              </a:ext>
            </a:extLst>
          </p:cNvPr>
          <p:cNvCxnSpPr/>
          <p:nvPr>
            <p:custDataLst>
              <p:tags r:id="rId18"/>
            </p:custDataLst>
          </p:nvPr>
        </p:nvCxnSpPr>
        <p:spPr>
          <a:xfrm flipH="1">
            <a:off x="2233321" y="145105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59E39227-4AA1-1F29-8A97-91EE8DE14EDA}"/>
              </a:ext>
            </a:extLst>
          </p:cNvPr>
          <p:cNvCxnSpPr/>
          <p:nvPr>
            <p:custDataLst>
              <p:tags r:id="rId19"/>
            </p:custDataLst>
          </p:nvPr>
        </p:nvCxnSpPr>
        <p:spPr>
          <a:xfrm flipH="1">
            <a:off x="2392706" y="144724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83E2F125-DBE6-2726-9FB1-6AD15116D8C3}"/>
              </a:ext>
            </a:extLst>
          </p:cNvPr>
          <p:cNvCxnSpPr/>
          <p:nvPr>
            <p:custDataLst>
              <p:tags r:id="rId20"/>
            </p:custDataLst>
          </p:nvPr>
        </p:nvCxnSpPr>
        <p:spPr>
          <a:xfrm flipH="1">
            <a:off x="2552091" y="145359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AF4AFA10-87B2-B1D0-5BBE-EEA560EE1EB8}"/>
              </a:ext>
            </a:extLst>
          </p:cNvPr>
          <p:cNvCxnSpPr/>
          <p:nvPr>
            <p:custDataLst>
              <p:tags r:id="rId21"/>
            </p:custDataLst>
          </p:nvPr>
        </p:nvCxnSpPr>
        <p:spPr>
          <a:xfrm flipH="1">
            <a:off x="2703221" y="144724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D3AA453E-BBC9-DD83-55DB-36DEDEA65CFB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435636" y="1522809"/>
            <a:ext cx="2386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00000"/>
              </a:lnSpc>
            </a:pPr>
            <a:r>
              <a:rPr lang="zh-CN" altLang="en-US" b="1" dirty="0">
                <a:latin typeface="MiSans Semibold" pitchFamily="2" charset="-122"/>
                <a:ea typeface="MiSans Semibold" pitchFamily="2" charset="-122"/>
                <a:cs typeface="思源黑体" panose="020B0500000000000000" charset="-122"/>
              </a:rPr>
              <a:t>内部行为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B08498E-B9E0-5692-9A9F-7E883B1B7147}"/>
              </a:ext>
            </a:extLst>
          </p:cNvPr>
          <p:cNvSpPr/>
          <p:nvPr/>
        </p:nvSpPr>
        <p:spPr>
          <a:xfrm>
            <a:off x="635" y="0"/>
            <a:ext cx="12191365" cy="6857365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F52821F-A252-AB8D-960A-149F2089A2FD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616640" y="3504644"/>
            <a:ext cx="1285182" cy="3345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专业训犬师培训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392D79-082F-A76E-DAAA-737A08517CB4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595021" y="3248342"/>
            <a:ext cx="1720215" cy="3606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 dirty="0">
                <a:latin typeface="MiSans Semibold" pitchFamily="2" charset="-122"/>
                <a:ea typeface="MiSans Semibold" pitchFamily="2" charset="-122"/>
                <a:cs typeface="思源黑体 Light" panose="020B0300000000000000" charset="-122"/>
              </a:rPr>
              <a:t>服务技能培训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B24AA49-2021-394C-E2AB-78126743AB70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7460948" y="3248342"/>
            <a:ext cx="1720215" cy="3606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 dirty="0">
                <a:latin typeface="MiSans Semibold" pitchFamily="2" charset="-122"/>
                <a:ea typeface="MiSans Semibold" pitchFamily="2" charset="-122"/>
                <a:cs typeface="思源黑体 Light" panose="020B0300000000000000" charset="-122"/>
              </a:rPr>
              <a:t>社交礼仪训练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74518F8-1109-4B03-DB60-4D5DC7F6DDB4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7460947" y="3821546"/>
            <a:ext cx="4438693" cy="14833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禁止扑咬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吠叫的脱敏训练（使用零食奖励渐进式引导）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2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建立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"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工作状态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"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指令系统（如佩戴特定围巾时进入接客模式）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2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适应陌生人触摸的耐受训练（每日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15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分钟强制社交练习）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0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4991190F-4138-1C08-216D-BFA0BE16C0C9}"/>
              </a:ext>
            </a:extLst>
          </p:cNvPr>
          <p:cNvGraphicFramePr>
            <a:graphicFrameLocks noGrp="1"/>
          </p:cNvGraphicFramePr>
          <p:nvPr/>
        </p:nvGraphicFramePr>
        <p:xfrm>
          <a:off x="729641" y="3978636"/>
          <a:ext cx="5279274" cy="148336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759758">
                  <a:extLst>
                    <a:ext uri="{9D8B030D-6E8A-4147-A177-3AD203B41FA5}">
                      <a16:colId xmlns:a16="http://schemas.microsoft.com/office/drawing/2014/main" val="1985049832"/>
                    </a:ext>
                  </a:extLst>
                </a:gridCol>
                <a:gridCol w="1385232">
                  <a:extLst>
                    <a:ext uri="{9D8B030D-6E8A-4147-A177-3AD203B41FA5}">
                      <a16:colId xmlns:a16="http://schemas.microsoft.com/office/drawing/2014/main" val="713420379"/>
                    </a:ext>
                  </a:extLst>
                </a:gridCol>
                <a:gridCol w="2134284">
                  <a:extLst>
                    <a:ext uri="{9D8B030D-6E8A-4147-A177-3AD203B41FA5}">
                      <a16:colId xmlns:a16="http://schemas.microsoft.com/office/drawing/2014/main" val="33853505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/>
                        <a:t>基础课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/>
                        <a:t>&gt;2</a:t>
                      </a:r>
                      <a:r>
                        <a:rPr lang="zh-CN" altLang="en-US" sz="1400" b="0" dirty="0"/>
                        <a:t>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/>
                        <a:t>坐下</a:t>
                      </a:r>
                      <a:r>
                        <a:rPr lang="en-US" altLang="zh-CN" sz="1400" b="0" dirty="0"/>
                        <a:t>/</a:t>
                      </a:r>
                      <a:r>
                        <a:rPr lang="zh-CN" altLang="en-US" sz="1400" b="0" dirty="0"/>
                        <a:t>握手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8365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/>
                        <a:t>基础课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/>
                        <a:t>&gt;2</a:t>
                      </a:r>
                      <a:r>
                        <a:rPr lang="zh-CN" altLang="en-US" sz="1400" b="0" dirty="0"/>
                        <a:t>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/>
                        <a:t>安静等待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270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/>
                        <a:t>进阶课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/>
                        <a:t>&gt;4</a:t>
                      </a:r>
                      <a:r>
                        <a:rPr lang="zh-CN" altLang="en-US" sz="1400" b="0" dirty="0"/>
                        <a:t>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/>
                        <a:t>装死</a:t>
                      </a:r>
                      <a:r>
                        <a:rPr lang="en-US" altLang="zh-CN" sz="1400" b="0" dirty="0"/>
                        <a:t>/</a:t>
                      </a:r>
                      <a:r>
                        <a:rPr lang="zh-CN" altLang="en-US" sz="1400" b="0" dirty="0"/>
                        <a:t>转圈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099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/>
                        <a:t>进阶课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/>
                        <a:t>&gt;4</a:t>
                      </a:r>
                      <a:r>
                        <a:rPr lang="zh-CN" altLang="en-US" sz="1400" b="0" dirty="0"/>
                        <a:t>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/>
                        <a:t>递送物品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4320190"/>
                  </a:ext>
                </a:extLst>
              </a:tr>
            </a:tbl>
          </a:graphicData>
        </a:graphic>
      </p:graphicFrame>
      <p:pic>
        <p:nvPicPr>
          <p:cNvPr id="14" name="图片 13">
            <a:extLst>
              <a:ext uri="{FF2B5EF4-FFF2-40B4-BE49-F238E27FC236}">
                <a16:creationId xmlns:a16="http://schemas.microsoft.com/office/drawing/2014/main" id="{D505E0B8-1282-4737-F208-17A62FD3AE33}"/>
              </a:ext>
            </a:extLst>
          </p:cNvPr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40" y="1380790"/>
            <a:ext cx="1575998" cy="2228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3318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EEC54A-9F95-7095-EA08-8944C1BE5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椭圆 15">
            <a:extLst>
              <a:ext uri="{FF2B5EF4-FFF2-40B4-BE49-F238E27FC236}">
                <a16:creationId xmlns:a16="http://schemas.microsoft.com/office/drawing/2014/main" id="{23EFB18B-59ED-5DC1-6827-BFA3D8955D0A}"/>
              </a:ext>
            </a:extLst>
          </p:cNvPr>
          <p:cNvSpPr/>
          <p:nvPr/>
        </p:nvSpPr>
        <p:spPr>
          <a:xfrm>
            <a:off x="635344" y="2393937"/>
            <a:ext cx="405130" cy="396875"/>
          </a:xfrm>
          <a:prstGeom prst="ellipse">
            <a:avLst/>
          </a:prstGeom>
          <a:solidFill>
            <a:srgbClr val="FFE29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7C3B531-48DC-31DC-CEDA-C363830C81B0}"/>
              </a:ext>
            </a:extLst>
          </p:cNvPr>
          <p:cNvSpPr txBox="1"/>
          <p:nvPr/>
        </p:nvSpPr>
        <p:spPr>
          <a:xfrm>
            <a:off x="26391" y="192881"/>
            <a:ext cx="3171179" cy="144716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4800" dirty="0">
                <a:solidFill>
                  <a:srgbClr val="CE8540"/>
                </a:solidFill>
                <a:latin typeface="Bebas" pitchFamily="2" charset="0"/>
                <a:ea typeface="MiSans Normal" pitchFamily="2" charset="-122"/>
                <a:cs typeface="G8321 Bold" panose="00000805000000000000" charset="0"/>
              </a:rPr>
              <a:t>BRAND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116D591-ADC9-17CB-0010-82E30378C270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53086" y="299879"/>
            <a:ext cx="4113174" cy="83502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8000" dirty="0">
                <a:solidFill>
                  <a:srgbClr val="FFE291"/>
                </a:solidFill>
                <a:latin typeface="Estrada Signature" panose="02000600000000000000" pitchFamily="2" charset="0"/>
                <a:ea typeface="MiSans Normal" pitchFamily="2" charset="-122"/>
                <a:cs typeface="Signatura Monoline Script" panose="02000506000000020004" charset="0"/>
              </a:rPr>
              <a:t>IDENTITY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03DD0A3-CD40-5C96-2361-F2CB1B0DD0A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191921" y="2412034"/>
            <a:ext cx="1720215" cy="3606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 dirty="0">
                <a:latin typeface="MiSans Semibold" pitchFamily="2" charset="-122"/>
                <a:ea typeface="MiSans Semibold" pitchFamily="2" charset="-122"/>
                <a:cs typeface="思源黑体 Light" panose="020B0300000000000000" charset="-122"/>
              </a:rPr>
              <a:t>员工培训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EED51B9E-3116-CC0B-7948-E34B82B6C8BD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353086" y="1438989"/>
            <a:ext cx="258635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7FFCAC53-22D3-147B-846E-51090D28A8ED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46101" y="1976199"/>
            <a:ext cx="258635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353B434F-A050-63AC-04BB-21ABB4CB7FB4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635000" y="2984785"/>
            <a:ext cx="11055350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DD5A1FCE-9F4C-44FF-42E7-98835533ACE9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35000" y="2199964"/>
            <a:ext cx="11055350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FD39BFFA-CC53-04D5-FE5A-8BD8359C6F9E}"/>
              </a:ext>
            </a:extLst>
          </p:cNvPr>
          <p:cNvCxnSpPr/>
          <p:nvPr/>
        </p:nvCxnSpPr>
        <p:spPr>
          <a:xfrm flipH="1">
            <a:off x="435636" y="145105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A5892C63-F4DD-BF8D-6377-C4874FFB134A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 flipH="1">
            <a:off x="595021" y="144724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1A36BF23-32BE-7AF7-E91B-57F4B79AA70B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 flipH="1">
            <a:off x="754406" y="145359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8F462806-D0E8-BAF7-573F-A53FC763D182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 flipH="1">
            <a:off x="905536" y="144724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0102A754-41C7-BC46-2A62-11B8B12065C0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 flipH="1">
            <a:off x="1032536" y="145295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728F3AFF-7F96-B7A9-E24B-3713F97E6B46}"/>
              </a:ext>
            </a:extLst>
          </p:cNvPr>
          <p:cNvCxnSpPr/>
          <p:nvPr>
            <p:custDataLst>
              <p:tags r:id="rId11"/>
            </p:custDataLst>
          </p:nvPr>
        </p:nvCxnSpPr>
        <p:spPr>
          <a:xfrm flipH="1">
            <a:off x="1191921" y="144914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4685E18E-41DA-BD5A-F17D-BF839CE34111}"/>
              </a:ext>
            </a:extLst>
          </p:cNvPr>
          <p:cNvCxnSpPr/>
          <p:nvPr>
            <p:custDataLst>
              <p:tags r:id="rId12"/>
            </p:custDataLst>
          </p:nvPr>
        </p:nvCxnSpPr>
        <p:spPr>
          <a:xfrm flipH="1">
            <a:off x="1351306" y="144724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7A259D6A-AECE-BC1D-904F-758348AFE5BE}"/>
              </a:ext>
            </a:extLst>
          </p:cNvPr>
          <p:cNvCxnSpPr/>
          <p:nvPr>
            <p:custDataLst>
              <p:tags r:id="rId13"/>
            </p:custDataLst>
          </p:nvPr>
        </p:nvCxnSpPr>
        <p:spPr>
          <a:xfrm flipH="1">
            <a:off x="1502436" y="144914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CDC94CC2-61F6-DB89-91EA-1CA3DC031688}"/>
              </a:ext>
            </a:extLst>
          </p:cNvPr>
          <p:cNvCxnSpPr/>
          <p:nvPr>
            <p:custDataLst>
              <p:tags r:id="rId14"/>
            </p:custDataLst>
          </p:nvPr>
        </p:nvCxnSpPr>
        <p:spPr>
          <a:xfrm flipH="1">
            <a:off x="1624356" y="145295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A90D7272-B4D1-BD53-4685-C609E3767F49}"/>
              </a:ext>
            </a:extLst>
          </p:cNvPr>
          <p:cNvCxnSpPr/>
          <p:nvPr>
            <p:custDataLst>
              <p:tags r:id="rId15"/>
            </p:custDataLst>
          </p:nvPr>
        </p:nvCxnSpPr>
        <p:spPr>
          <a:xfrm flipH="1">
            <a:off x="1783741" y="144914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4A124A64-7FCF-6EA2-C9CA-2065FFB140CE}"/>
              </a:ext>
            </a:extLst>
          </p:cNvPr>
          <p:cNvCxnSpPr/>
          <p:nvPr>
            <p:custDataLst>
              <p:tags r:id="rId16"/>
            </p:custDataLst>
          </p:nvPr>
        </p:nvCxnSpPr>
        <p:spPr>
          <a:xfrm flipH="1">
            <a:off x="1943126" y="145549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80C33F9A-C934-9E5C-E2EE-300BF548193D}"/>
              </a:ext>
            </a:extLst>
          </p:cNvPr>
          <p:cNvCxnSpPr/>
          <p:nvPr>
            <p:custDataLst>
              <p:tags r:id="rId17"/>
            </p:custDataLst>
          </p:nvPr>
        </p:nvCxnSpPr>
        <p:spPr>
          <a:xfrm flipH="1">
            <a:off x="2094256" y="144914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F1ACDAB6-EA21-2B43-2F1F-30BDDE77CE58}"/>
              </a:ext>
            </a:extLst>
          </p:cNvPr>
          <p:cNvCxnSpPr/>
          <p:nvPr>
            <p:custDataLst>
              <p:tags r:id="rId18"/>
            </p:custDataLst>
          </p:nvPr>
        </p:nvCxnSpPr>
        <p:spPr>
          <a:xfrm flipH="1">
            <a:off x="2233321" y="145105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77F686EE-2AAC-B708-1AF4-DE9870D087D7}"/>
              </a:ext>
            </a:extLst>
          </p:cNvPr>
          <p:cNvCxnSpPr/>
          <p:nvPr>
            <p:custDataLst>
              <p:tags r:id="rId19"/>
            </p:custDataLst>
          </p:nvPr>
        </p:nvCxnSpPr>
        <p:spPr>
          <a:xfrm flipH="1">
            <a:off x="2392706" y="144724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C074CC96-24C7-C629-3537-F656B30605B0}"/>
              </a:ext>
            </a:extLst>
          </p:cNvPr>
          <p:cNvCxnSpPr/>
          <p:nvPr>
            <p:custDataLst>
              <p:tags r:id="rId20"/>
            </p:custDataLst>
          </p:nvPr>
        </p:nvCxnSpPr>
        <p:spPr>
          <a:xfrm flipH="1">
            <a:off x="2552091" y="145359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8B480C16-F584-7E5D-D11B-742556051E81}"/>
              </a:ext>
            </a:extLst>
          </p:cNvPr>
          <p:cNvCxnSpPr/>
          <p:nvPr>
            <p:custDataLst>
              <p:tags r:id="rId21"/>
            </p:custDataLst>
          </p:nvPr>
        </p:nvCxnSpPr>
        <p:spPr>
          <a:xfrm flipH="1">
            <a:off x="2703221" y="144724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6DCED89F-156D-A61F-85F1-6F5C912A01C2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435636" y="1522809"/>
            <a:ext cx="2386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00000"/>
              </a:lnSpc>
            </a:pPr>
            <a:r>
              <a:rPr lang="zh-CN" altLang="en-US" b="1" dirty="0">
                <a:latin typeface="MiSans Semibold" pitchFamily="2" charset="-122"/>
                <a:ea typeface="MiSans Semibold" pitchFamily="2" charset="-122"/>
                <a:cs typeface="思源黑体" panose="020B0500000000000000" charset="-122"/>
              </a:rPr>
              <a:t>内部行为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05683FF-70D7-0F4D-FB4A-47B501D7E3D9}"/>
              </a:ext>
            </a:extLst>
          </p:cNvPr>
          <p:cNvSpPr/>
          <p:nvPr/>
        </p:nvSpPr>
        <p:spPr>
          <a:xfrm>
            <a:off x="635" y="0"/>
            <a:ext cx="12191365" cy="6857365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1D9140E-1CC9-4298-4720-DAE743D2463F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595021" y="3248342"/>
            <a:ext cx="1720215" cy="3606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 dirty="0">
                <a:latin typeface="MiSans Semibold" pitchFamily="2" charset="-122"/>
                <a:ea typeface="MiSans Semibold" pitchFamily="2" charset="-122"/>
                <a:cs typeface="思源黑体 Light" panose="020B0300000000000000" charset="-122"/>
              </a:rPr>
              <a:t>环境适应训练‌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7363E66-63B2-64E0-B9C6-E6604B8AF66F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7460948" y="3248342"/>
            <a:ext cx="1720215" cy="3606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 dirty="0">
                <a:latin typeface="MiSans Semibold" pitchFamily="2" charset="-122"/>
                <a:ea typeface="MiSans Semibold" pitchFamily="2" charset="-122"/>
                <a:cs typeface="思源黑体 Light" panose="020B0300000000000000" charset="-122"/>
              </a:rPr>
              <a:t>上岗认证标准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A1EEA6B-9D53-1A34-DDC2-85E6E5510197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7460947" y="3821546"/>
            <a:ext cx="4438693" cy="14833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狂犬疫苗接种（持证备案）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2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体内外驱虫记录（每月更新）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2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基础服从能力测试（通过率≥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80%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）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2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0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38164EC-B40D-6D7B-5CA5-8C0943289F2A}"/>
              </a:ext>
            </a:extLst>
          </p:cNvPr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40" y="1380790"/>
            <a:ext cx="1575998" cy="2228376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55EE3BEA-4BF4-26EC-748C-CA57AADD2B79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595021" y="3867277"/>
            <a:ext cx="4438693" cy="14833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咖啡机噪音脱敏（持续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7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天声音渐进暴露）</a:t>
            </a:r>
            <a:endParaRPr lang="en-US" altLang="zh-CN" sz="12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2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儿童密集接触专项练习（模拟尖叫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拉扯场景）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2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0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243187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C7A69A-5663-2AFA-FCE0-AA4670A15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椭圆 15">
            <a:extLst>
              <a:ext uri="{FF2B5EF4-FFF2-40B4-BE49-F238E27FC236}">
                <a16:creationId xmlns:a16="http://schemas.microsoft.com/office/drawing/2014/main" id="{4C5D2EB7-E4EA-3847-21C2-20E545322902}"/>
              </a:ext>
            </a:extLst>
          </p:cNvPr>
          <p:cNvSpPr/>
          <p:nvPr/>
        </p:nvSpPr>
        <p:spPr>
          <a:xfrm>
            <a:off x="635344" y="2393937"/>
            <a:ext cx="405130" cy="396875"/>
          </a:xfrm>
          <a:prstGeom prst="ellipse">
            <a:avLst/>
          </a:prstGeom>
          <a:solidFill>
            <a:srgbClr val="FFE29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464D67F-4BFF-4638-CDC2-DBAB1F5FF384}"/>
              </a:ext>
            </a:extLst>
          </p:cNvPr>
          <p:cNvSpPr txBox="1"/>
          <p:nvPr/>
        </p:nvSpPr>
        <p:spPr>
          <a:xfrm>
            <a:off x="26391" y="192881"/>
            <a:ext cx="3171179" cy="144716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en-US" altLang="zh-CN" sz="4800" dirty="0">
                <a:solidFill>
                  <a:srgbClr val="CE8540"/>
                </a:solidFill>
                <a:latin typeface="Bebas" pitchFamily="2" charset="0"/>
                <a:ea typeface="MiSans Normal" pitchFamily="2" charset="-122"/>
                <a:cs typeface="G8321 Bold" panose="00000805000000000000" charset="0"/>
              </a:rPr>
              <a:t>BRAND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453708B-8BE5-415F-E0E6-3243FA988E1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53086" y="299879"/>
            <a:ext cx="4113174" cy="83502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en-US" altLang="zh-CN" sz="8000" dirty="0">
                <a:solidFill>
                  <a:srgbClr val="FFE291"/>
                </a:solidFill>
                <a:latin typeface="Estrada Signature" panose="02000600000000000000" pitchFamily="2" charset="0"/>
                <a:ea typeface="MiSans Normal" pitchFamily="2" charset="-122"/>
                <a:cs typeface="Signatura Monoline Script" panose="02000506000000020004" charset="0"/>
              </a:rPr>
              <a:t>IDENTITY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968BA6A-9EBF-9F73-2AC1-A7D18315C2C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191921" y="2412034"/>
            <a:ext cx="1720215" cy="3606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 dirty="0">
                <a:latin typeface="MiSans Semibold" pitchFamily="2" charset="-122"/>
                <a:ea typeface="MiSans Semibold" pitchFamily="2" charset="-122"/>
                <a:cs typeface="思源黑体 Light" panose="020B0300000000000000" charset="-122"/>
              </a:rPr>
              <a:t>员工培训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51F1AED1-6A87-15C6-673F-AB02F841EEA6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353086" y="1438989"/>
            <a:ext cx="258635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25212525-F087-6130-1E08-3D94048B77B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46101" y="1976199"/>
            <a:ext cx="258635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559D54C3-679B-40E7-AE31-C052581C7E25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635000" y="2984785"/>
            <a:ext cx="11055350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E74E325D-5E1D-D7AB-82C2-34B1B317BBC5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35000" y="2199964"/>
            <a:ext cx="11055350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1324E1A2-2AE3-B97C-6811-D1DAE87F04CB}"/>
              </a:ext>
            </a:extLst>
          </p:cNvPr>
          <p:cNvCxnSpPr/>
          <p:nvPr/>
        </p:nvCxnSpPr>
        <p:spPr>
          <a:xfrm flipH="1">
            <a:off x="435636" y="145105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B47D97F2-CA41-6102-3BAE-4B2A78274AC4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 flipH="1">
            <a:off x="595021" y="144724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C2FC77B1-5011-7FD0-FF31-1553E4E4377D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 flipH="1">
            <a:off x="754406" y="145359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596170C-CE21-EEFB-138D-4BB588D9BAEF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 flipH="1">
            <a:off x="905536" y="144724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DE6CBEC5-D6A6-58A2-CDF5-2E0F77B2D681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 flipH="1">
            <a:off x="1032536" y="145295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8ADB45E9-28CB-9BAC-1DFE-CEAE8176302D}"/>
              </a:ext>
            </a:extLst>
          </p:cNvPr>
          <p:cNvCxnSpPr/>
          <p:nvPr>
            <p:custDataLst>
              <p:tags r:id="rId11"/>
            </p:custDataLst>
          </p:nvPr>
        </p:nvCxnSpPr>
        <p:spPr>
          <a:xfrm flipH="1">
            <a:off x="1191921" y="144914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BBFCBCCF-A003-6771-3DC7-1C691B514CF2}"/>
              </a:ext>
            </a:extLst>
          </p:cNvPr>
          <p:cNvCxnSpPr/>
          <p:nvPr>
            <p:custDataLst>
              <p:tags r:id="rId12"/>
            </p:custDataLst>
          </p:nvPr>
        </p:nvCxnSpPr>
        <p:spPr>
          <a:xfrm flipH="1">
            <a:off x="1351306" y="144724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5388071C-9B29-7F63-F818-79AE4AC6A4F1}"/>
              </a:ext>
            </a:extLst>
          </p:cNvPr>
          <p:cNvCxnSpPr/>
          <p:nvPr>
            <p:custDataLst>
              <p:tags r:id="rId13"/>
            </p:custDataLst>
          </p:nvPr>
        </p:nvCxnSpPr>
        <p:spPr>
          <a:xfrm flipH="1">
            <a:off x="1502436" y="144914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5586FD04-0C77-0472-449B-66102D021E49}"/>
              </a:ext>
            </a:extLst>
          </p:cNvPr>
          <p:cNvCxnSpPr/>
          <p:nvPr>
            <p:custDataLst>
              <p:tags r:id="rId14"/>
            </p:custDataLst>
          </p:nvPr>
        </p:nvCxnSpPr>
        <p:spPr>
          <a:xfrm flipH="1">
            <a:off x="1624356" y="145295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F1262E95-B277-FF47-03C4-3BF14B850E9C}"/>
              </a:ext>
            </a:extLst>
          </p:cNvPr>
          <p:cNvCxnSpPr/>
          <p:nvPr>
            <p:custDataLst>
              <p:tags r:id="rId15"/>
            </p:custDataLst>
          </p:nvPr>
        </p:nvCxnSpPr>
        <p:spPr>
          <a:xfrm flipH="1">
            <a:off x="1783741" y="144914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76BA4605-E053-6A81-B943-CDF553A3259C}"/>
              </a:ext>
            </a:extLst>
          </p:cNvPr>
          <p:cNvCxnSpPr/>
          <p:nvPr>
            <p:custDataLst>
              <p:tags r:id="rId16"/>
            </p:custDataLst>
          </p:nvPr>
        </p:nvCxnSpPr>
        <p:spPr>
          <a:xfrm flipH="1">
            <a:off x="1943126" y="145549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445F938A-E920-65FA-B3FC-4724F479639F}"/>
              </a:ext>
            </a:extLst>
          </p:cNvPr>
          <p:cNvCxnSpPr/>
          <p:nvPr>
            <p:custDataLst>
              <p:tags r:id="rId17"/>
            </p:custDataLst>
          </p:nvPr>
        </p:nvCxnSpPr>
        <p:spPr>
          <a:xfrm flipH="1">
            <a:off x="2094256" y="144914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14B90580-0E7D-3C11-47A8-C8C1BD9D9A9B}"/>
              </a:ext>
            </a:extLst>
          </p:cNvPr>
          <p:cNvCxnSpPr/>
          <p:nvPr>
            <p:custDataLst>
              <p:tags r:id="rId18"/>
            </p:custDataLst>
          </p:nvPr>
        </p:nvCxnSpPr>
        <p:spPr>
          <a:xfrm flipH="1">
            <a:off x="2233321" y="145105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ECE9C707-F931-1EE9-88B5-54B8CB2FEA92}"/>
              </a:ext>
            </a:extLst>
          </p:cNvPr>
          <p:cNvCxnSpPr/>
          <p:nvPr>
            <p:custDataLst>
              <p:tags r:id="rId19"/>
            </p:custDataLst>
          </p:nvPr>
        </p:nvCxnSpPr>
        <p:spPr>
          <a:xfrm flipH="1">
            <a:off x="2392706" y="144724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C2F089E1-45A9-4B29-11C0-27496C060AE1}"/>
              </a:ext>
            </a:extLst>
          </p:cNvPr>
          <p:cNvCxnSpPr/>
          <p:nvPr>
            <p:custDataLst>
              <p:tags r:id="rId20"/>
            </p:custDataLst>
          </p:nvPr>
        </p:nvCxnSpPr>
        <p:spPr>
          <a:xfrm flipH="1">
            <a:off x="2552091" y="145359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37FA28EF-2EFC-EBF2-499B-BF5E312A7D05}"/>
              </a:ext>
            </a:extLst>
          </p:cNvPr>
          <p:cNvCxnSpPr/>
          <p:nvPr>
            <p:custDataLst>
              <p:tags r:id="rId21"/>
            </p:custDataLst>
          </p:nvPr>
        </p:nvCxnSpPr>
        <p:spPr>
          <a:xfrm flipH="1">
            <a:off x="2703221" y="144724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479AB899-AD0B-F562-18D8-724FE25D0F44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435636" y="1522809"/>
            <a:ext cx="2386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00000"/>
              </a:lnSpc>
            </a:pPr>
            <a:r>
              <a:rPr lang="zh-CN" altLang="en-US" b="1" dirty="0">
                <a:latin typeface="MiSans Semibold" pitchFamily="2" charset="-122"/>
                <a:ea typeface="MiSans Semibold" pitchFamily="2" charset="-122"/>
                <a:cs typeface="思源黑体" panose="020B0500000000000000" charset="-122"/>
              </a:rPr>
              <a:t>内部行为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EBEB221-2FF5-1BB8-B89C-CE140D2011DA}"/>
              </a:ext>
            </a:extLst>
          </p:cNvPr>
          <p:cNvSpPr/>
          <p:nvPr/>
        </p:nvSpPr>
        <p:spPr>
          <a:xfrm>
            <a:off x="635" y="0"/>
            <a:ext cx="12191365" cy="6857365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830262B-D671-A5AA-7A93-164C2987BF56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595021" y="3248342"/>
            <a:ext cx="1720215" cy="3606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 dirty="0">
                <a:latin typeface="MiSans Semibold" pitchFamily="2" charset="-122"/>
                <a:ea typeface="MiSans Semibold" pitchFamily="2" charset="-122"/>
                <a:cs typeface="思源黑体 Light" panose="020B0300000000000000" charset="-122"/>
              </a:rPr>
              <a:t>状态监控机制‌‌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2BA358E-4FE6-9686-AE68-5085F5495D8B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7460948" y="3248342"/>
            <a:ext cx="1720215" cy="3606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 dirty="0">
                <a:latin typeface="MiSans Semibold" pitchFamily="2" charset="-122"/>
                <a:ea typeface="MiSans Semibold" pitchFamily="2" charset="-122"/>
                <a:cs typeface="思源黑体 Light" panose="020B0300000000000000" charset="-122"/>
              </a:rPr>
              <a:t>行为规范标准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BF9C067-E0EC-A7B3-3BF1-BC71218E6487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7460947" y="3821546"/>
            <a:ext cx="4438693" cy="14833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服务犬只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"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两不原则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"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：不咬不抓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2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根据实际情况进行警告，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3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次警告即暂停服务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2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0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133D3D1-96FE-B95F-4D0A-5CA5EE0750DD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40" y="1380790"/>
            <a:ext cx="1575998" cy="2228376"/>
          </a:xfrm>
          <a:prstGeom prst="rect">
            <a:avLst/>
          </a:prstGeom>
        </p:spPr>
      </p:pic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9FC725A-DABA-2F6A-7D63-BCA5629E8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795995"/>
              </p:ext>
            </p:extLst>
          </p:nvPr>
        </p:nvGraphicFramePr>
        <p:xfrm>
          <a:off x="662331" y="3867277"/>
          <a:ext cx="5699739" cy="1483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899913">
                  <a:extLst>
                    <a:ext uri="{9D8B030D-6E8A-4147-A177-3AD203B41FA5}">
                      <a16:colId xmlns:a16="http://schemas.microsoft.com/office/drawing/2014/main" val="1307333917"/>
                    </a:ext>
                  </a:extLst>
                </a:gridCol>
                <a:gridCol w="1899913">
                  <a:extLst>
                    <a:ext uri="{9D8B030D-6E8A-4147-A177-3AD203B41FA5}">
                      <a16:colId xmlns:a16="http://schemas.microsoft.com/office/drawing/2014/main" val="414616511"/>
                    </a:ext>
                  </a:extLst>
                </a:gridCol>
                <a:gridCol w="1899913">
                  <a:extLst>
                    <a:ext uri="{9D8B030D-6E8A-4147-A177-3AD203B41FA5}">
                      <a16:colId xmlns:a16="http://schemas.microsoft.com/office/drawing/2014/main" val="12406473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/>
                        <a:t>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/>
                        <a:t>检测频率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/>
                        <a:t>工具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916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体温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每日两次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耳温枪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7788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情绪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实时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犬用摄像头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3936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运动量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累计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智能项圈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18792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84537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68E1C3-943E-77A6-8D23-519100AE8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椭圆 15">
            <a:extLst>
              <a:ext uri="{FF2B5EF4-FFF2-40B4-BE49-F238E27FC236}">
                <a16:creationId xmlns:a16="http://schemas.microsoft.com/office/drawing/2014/main" id="{EB5EA964-D494-3542-0BA8-1102FFD707DD}"/>
              </a:ext>
            </a:extLst>
          </p:cNvPr>
          <p:cNvSpPr/>
          <p:nvPr/>
        </p:nvSpPr>
        <p:spPr>
          <a:xfrm>
            <a:off x="635344" y="2393937"/>
            <a:ext cx="405130" cy="396875"/>
          </a:xfrm>
          <a:prstGeom prst="ellipse">
            <a:avLst/>
          </a:prstGeom>
          <a:solidFill>
            <a:srgbClr val="FFE29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17BC87-A797-7D51-1AAC-BB6143DA1CD4}"/>
              </a:ext>
            </a:extLst>
          </p:cNvPr>
          <p:cNvSpPr txBox="1"/>
          <p:nvPr/>
        </p:nvSpPr>
        <p:spPr>
          <a:xfrm>
            <a:off x="26391" y="192881"/>
            <a:ext cx="3171179" cy="144716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4800" dirty="0">
                <a:solidFill>
                  <a:srgbClr val="CE8540"/>
                </a:solidFill>
                <a:latin typeface="Bebas" pitchFamily="2" charset="0"/>
                <a:ea typeface="MiSans Normal" pitchFamily="2" charset="-122"/>
                <a:cs typeface="G8321 Bold" panose="00000805000000000000" charset="0"/>
              </a:rPr>
              <a:t>BRAND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3A83FD7-DA19-54C7-29CA-E0963014051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53086" y="299879"/>
            <a:ext cx="4113174" cy="83502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8000" dirty="0">
                <a:solidFill>
                  <a:srgbClr val="FFE291"/>
                </a:solidFill>
                <a:latin typeface="Estrada Signature" panose="02000600000000000000" pitchFamily="2" charset="0"/>
                <a:ea typeface="MiSans Normal" pitchFamily="2" charset="-122"/>
                <a:cs typeface="Signatura Monoline Script" panose="02000506000000020004" charset="0"/>
              </a:rPr>
              <a:t>IDENTITY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379631F-6D25-32DE-28C6-A6C4E9358A2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191921" y="2412034"/>
            <a:ext cx="1720215" cy="3606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 dirty="0">
                <a:latin typeface="MiSans Semibold" pitchFamily="2" charset="-122"/>
                <a:ea typeface="MiSans Semibold" pitchFamily="2" charset="-122"/>
                <a:cs typeface="思源黑体 Light" panose="020B0300000000000000" charset="-122"/>
              </a:rPr>
              <a:t>薪酬福利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937FBFDE-B069-2FD7-6E26-5889030154AD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353086" y="1438989"/>
            <a:ext cx="258635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909C0A93-7464-88EB-8F75-2EBA221B5A65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46101" y="1976199"/>
            <a:ext cx="258635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2DFEECEA-14E3-9790-B488-D8D3A8FF826C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635000" y="2984785"/>
            <a:ext cx="11055350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0E70092E-2862-73D0-D1C1-0D44B35758E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35000" y="2199964"/>
            <a:ext cx="11055350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67F51E7D-0E96-47F9-75F7-F01D94FD5DC4}"/>
              </a:ext>
            </a:extLst>
          </p:cNvPr>
          <p:cNvCxnSpPr/>
          <p:nvPr/>
        </p:nvCxnSpPr>
        <p:spPr>
          <a:xfrm flipH="1">
            <a:off x="435636" y="145105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EE530F20-422A-DE45-B528-A1EB295F7301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 flipH="1">
            <a:off x="595021" y="144724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3B987222-FD02-76DC-C4EA-90EC4F9024AC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 flipH="1">
            <a:off x="754406" y="145359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6C77C67-3387-B96C-57FA-35D2F7B8253C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 flipH="1">
            <a:off x="905536" y="144724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96822051-AAEC-D07F-BD09-C0022D76FA56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 flipH="1">
            <a:off x="1032536" y="145295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764CD70D-9166-969B-F70B-50DD96F7E068}"/>
              </a:ext>
            </a:extLst>
          </p:cNvPr>
          <p:cNvCxnSpPr/>
          <p:nvPr>
            <p:custDataLst>
              <p:tags r:id="rId11"/>
            </p:custDataLst>
          </p:nvPr>
        </p:nvCxnSpPr>
        <p:spPr>
          <a:xfrm flipH="1">
            <a:off x="1191921" y="144914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61338C22-1B30-FA0A-7B43-15E12B4F3E48}"/>
              </a:ext>
            </a:extLst>
          </p:cNvPr>
          <p:cNvCxnSpPr/>
          <p:nvPr>
            <p:custDataLst>
              <p:tags r:id="rId12"/>
            </p:custDataLst>
          </p:nvPr>
        </p:nvCxnSpPr>
        <p:spPr>
          <a:xfrm flipH="1">
            <a:off x="1351306" y="144724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C9C2C2B0-4C66-FE83-E8B3-2527FC9FE13C}"/>
              </a:ext>
            </a:extLst>
          </p:cNvPr>
          <p:cNvCxnSpPr/>
          <p:nvPr>
            <p:custDataLst>
              <p:tags r:id="rId13"/>
            </p:custDataLst>
          </p:nvPr>
        </p:nvCxnSpPr>
        <p:spPr>
          <a:xfrm flipH="1">
            <a:off x="1502436" y="144914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005E952B-0FC1-DA54-EC20-0E9CE12EA83D}"/>
              </a:ext>
            </a:extLst>
          </p:cNvPr>
          <p:cNvCxnSpPr/>
          <p:nvPr>
            <p:custDataLst>
              <p:tags r:id="rId14"/>
            </p:custDataLst>
          </p:nvPr>
        </p:nvCxnSpPr>
        <p:spPr>
          <a:xfrm flipH="1">
            <a:off x="1624356" y="145295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CAA1F0EC-D998-D595-0620-A5839C2786B6}"/>
              </a:ext>
            </a:extLst>
          </p:cNvPr>
          <p:cNvCxnSpPr/>
          <p:nvPr>
            <p:custDataLst>
              <p:tags r:id="rId15"/>
            </p:custDataLst>
          </p:nvPr>
        </p:nvCxnSpPr>
        <p:spPr>
          <a:xfrm flipH="1">
            <a:off x="1783741" y="144914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499A4D9F-5818-0132-014A-9DC3DCA6791A}"/>
              </a:ext>
            </a:extLst>
          </p:cNvPr>
          <p:cNvCxnSpPr/>
          <p:nvPr>
            <p:custDataLst>
              <p:tags r:id="rId16"/>
            </p:custDataLst>
          </p:nvPr>
        </p:nvCxnSpPr>
        <p:spPr>
          <a:xfrm flipH="1">
            <a:off x="1943126" y="145549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ADAD4ACC-6D0D-07E3-8472-252CE5905D8E}"/>
              </a:ext>
            </a:extLst>
          </p:cNvPr>
          <p:cNvCxnSpPr/>
          <p:nvPr>
            <p:custDataLst>
              <p:tags r:id="rId17"/>
            </p:custDataLst>
          </p:nvPr>
        </p:nvCxnSpPr>
        <p:spPr>
          <a:xfrm flipH="1">
            <a:off x="2094256" y="144914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4EDB54EF-D203-6827-66BA-D546D02E2D9D}"/>
              </a:ext>
            </a:extLst>
          </p:cNvPr>
          <p:cNvCxnSpPr/>
          <p:nvPr>
            <p:custDataLst>
              <p:tags r:id="rId18"/>
            </p:custDataLst>
          </p:nvPr>
        </p:nvCxnSpPr>
        <p:spPr>
          <a:xfrm flipH="1">
            <a:off x="2233321" y="145105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4827BF16-2E24-71B3-2FA0-04FE9945BEDD}"/>
              </a:ext>
            </a:extLst>
          </p:cNvPr>
          <p:cNvCxnSpPr/>
          <p:nvPr>
            <p:custDataLst>
              <p:tags r:id="rId19"/>
            </p:custDataLst>
          </p:nvPr>
        </p:nvCxnSpPr>
        <p:spPr>
          <a:xfrm flipH="1">
            <a:off x="2392706" y="144724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36E107D7-4E4A-49B5-7ED6-EA63AECA4F01}"/>
              </a:ext>
            </a:extLst>
          </p:cNvPr>
          <p:cNvCxnSpPr/>
          <p:nvPr>
            <p:custDataLst>
              <p:tags r:id="rId20"/>
            </p:custDataLst>
          </p:nvPr>
        </p:nvCxnSpPr>
        <p:spPr>
          <a:xfrm flipH="1">
            <a:off x="2552091" y="145359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1ABF1142-36DE-CDA5-2E7D-E15ED553677A}"/>
              </a:ext>
            </a:extLst>
          </p:cNvPr>
          <p:cNvCxnSpPr/>
          <p:nvPr>
            <p:custDataLst>
              <p:tags r:id="rId21"/>
            </p:custDataLst>
          </p:nvPr>
        </p:nvCxnSpPr>
        <p:spPr>
          <a:xfrm flipH="1">
            <a:off x="2703221" y="144724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C55765B1-F3D3-6679-7758-9BC87443E564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435636" y="1522809"/>
            <a:ext cx="2386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00000"/>
              </a:lnSpc>
            </a:pPr>
            <a:r>
              <a:rPr lang="zh-CN" altLang="en-US" b="1" dirty="0">
                <a:latin typeface="MiSans Semibold" pitchFamily="2" charset="-122"/>
                <a:ea typeface="MiSans Semibold" pitchFamily="2" charset="-122"/>
                <a:cs typeface="思源黑体" panose="020B0500000000000000" charset="-122"/>
              </a:rPr>
              <a:t>内部行为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B4B9B32-B5A7-F1C7-B8DE-A2A5CC9DB1F8}"/>
              </a:ext>
            </a:extLst>
          </p:cNvPr>
          <p:cNvSpPr/>
          <p:nvPr/>
        </p:nvSpPr>
        <p:spPr>
          <a:xfrm>
            <a:off x="635" y="0"/>
            <a:ext cx="12191365" cy="6857365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EA3DD37-78EB-1C1E-7E04-3B732F4D2E15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1083018" y="3248342"/>
            <a:ext cx="1720215" cy="3606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 dirty="0">
                <a:latin typeface="MiSans Semibold" pitchFamily="2" charset="-122"/>
                <a:ea typeface="MiSans Semibold" pitchFamily="2" charset="-122"/>
                <a:cs typeface="思源黑体 Light" panose="020B0300000000000000" charset="-122"/>
              </a:rPr>
              <a:t>薪资‌‌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A4CA8F9-319D-F32A-73E0-9AE21C51BBFC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972846" y="4030652"/>
            <a:ext cx="9670765" cy="240508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咖啡师岗位：基础薪资（￥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6K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）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+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服务提成（消费额</a:t>
            </a:r>
            <a:r>
              <a:rPr lang="en-US" altLang="zh-CN" sz="1200" dirty="0"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5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%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）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2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犬管专员：时薪制（铜爪￥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35/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小时、银爪￥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40/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小时、金爪￥</a:t>
            </a:r>
            <a:r>
              <a:rPr lang="en-US" altLang="zh-CN" sz="1200" dirty="0"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4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5/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小时）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+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寄养分成（收益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20%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）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+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技能津贴（训犬证书补贴￥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200/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月）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2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店长岗位：目标年薪制（￥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13W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）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+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利润分红（门店净利润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5%-8%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）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2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咖啡师与犬管专员的混合薪资模式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2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0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838490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9A2A11-220C-C0F0-C6E8-4BA5C4A90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椭圆 15">
            <a:extLst>
              <a:ext uri="{FF2B5EF4-FFF2-40B4-BE49-F238E27FC236}">
                <a16:creationId xmlns:a16="http://schemas.microsoft.com/office/drawing/2014/main" id="{26B63671-EB24-7FB0-1ABC-A184D7912FC8}"/>
              </a:ext>
            </a:extLst>
          </p:cNvPr>
          <p:cNvSpPr/>
          <p:nvPr/>
        </p:nvSpPr>
        <p:spPr>
          <a:xfrm>
            <a:off x="635344" y="2393937"/>
            <a:ext cx="405130" cy="396875"/>
          </a:xfrm>
          <a:prstGeom prst="ellipse">
            <a:avLst/>
          </a:prstGeom>
          <a:solidFill>
            <a:srgbClr val="FFE29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88A5BDB-ACCE-DCF3-5D84-690BF44CE53C}"/>
              </a:ext>
            </a:extLst>
          </p:cNvPr>
          <p:cNvSpPr txBox="1"/>
          <p:nvPr/>
        </p:nvSpPr>
        <p:spPr>
          <a:xfrm>
            <a:off x="26391" y="192881"/>
            <a:ext cx="3171179" cy="144716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en-US" altLang="zh-CN" sz="4800" dirty="0">
                <a:solidFill>
                  <a:srgbClr val="CE8540"/>
                </a:solidFill>
                <a:latin typeface="Bebas" pitchFamily="2" charset="0"/>
                <a:ea typeface="MiSans Normal" pitchFamily="2" charset="-122"/>
                <a:cs typeface="G8321 Bold" panose="00000805000000000000" charset="0"/>
              </a:rPr>
              <a:t>BRAND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0073FA-437C-4C8C-5378-6A10B93C862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53086" y="299879"/>
            <a:ext cx="4113174" cy="83502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en-US" altLang="zh-CN" sz="8000" dirty="0">
                <a:solidFill>
                  <a:srgbClr val="FFE291"/>
                </a:solidFill>
                <a:latin typeface="Estrada Signature" panose="02000600000000000000" pitchFamily="2" charset="0"/>
                <a:ea typeface="MiSans Normal" pitchFamily="2" charset="-122"/>
                <a:cs typeface="Signatura Monoline Script" panose="02000506000000020004" charset="0"/>
              </a:rPr>
              <a:t>IDENTITY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83E9102-DE0F-2654-570C-C58330AE92F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191921" y="2412034"/>
            <a:ext cx="1720215" cy="3606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 dirty="0">
                <a:latin typeface="MiSans Semibold" pitchFamily="2" charset="-122"/>
                <a:ea typeface="MiSans Semibold" pitchFamily="2" charset="-122"/>
                <a:cs typeface="思源黑体 Light" panose="020B0300000000000000" charset="-122"/>
              </a:rPr>
              <a:t>薪酬福利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D980511A-4EEC-4A0C-EB68-EF85420872D1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353086" y="1438989"/>
            <a:ext cx="258635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3C8C2236-83B2-ADE0-9987-FB57397212B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46101" y="1976199"/>
            <a:ext cx="258635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804734D2-58F7-25DD-29E7-59CADBD09AA6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635000" y="2984785"/>
            <a:ext cx="11055350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87FD18A4-BFBB-710D-9C40-31D24935D2C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35000" y="2199964"/>
            <a:ext cx="11055350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0596C323-0BCC-BE42-BF7A-32D421C88343}"/>
              </a:ext>
            </a:extLst>
          </p:cNvPr>
          <p:cNvCxnSpPr/>
          <p:nvPr/>
        </p:nvCxnSpPr>
        <p:spPr>
          <a:xfrm flipH="1">
            <a:off x="435636" y="145105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158D60AC-003A-C0F1-E612-8E3BA0B763DC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 flipH="1">
            <a:off x="595021" y="144724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92AE3B94-1756-D410-B53B-8654F7665F80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 flipH="1">
            <a:off x="754406" y="145359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BFE55E24-7F25-97C0-AA29-1BBC69329BFF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 flipH="1">
            <a:off x="905536" y="144724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721125C7-A6BD-95E8-C88E-DE10F9B61308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 flipH="1">
            <a:off x="1032536" y="145295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E1AD3F8D-23D0-9335-C2D1-5668B9F0FF39}"/>
              </a:ext>
            </a:extLst>
          </p:cNvPr>
          <p:cNvCxnSpPr/>
          <p:nvPr>
            <p:custDataLst>
              <p:tags r:id="rId11"/>
            </p:custDataLst>
          </p:nvPr>
        </p:nvCxnSpPr>
        <p:spPr>
          <a:xfrm flipH="1">
            <a:off x="1191921" y="144914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42CBD761-F4D0-E53A-E830-0652C36BBFD5}"/>
              </a:ext>
            </a:extLst>
          </p:cNvPr>
          <p:cNvCxnSpPr/>
          <p:nvPr>
            <p:custDataLst>
              <p:tags r:id="rId12"/>
            </p:custDataLst>
          </p:nvPr>
        </p:nvCxnSpPr>
        <p:spPr>
          <a:xfrm flipH="1">
            <a:off x="1351306" y="144724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E317839C-2C84-EA25-C9BB-BCB8DE08A405}"/>
              </a:ext>
            </a:extLst>
          </p:cNvPr>
          <p:cNvCxnSpPr/>
          <p:nvPr>
            <p:custDataLst>
              <p:tags r:id="rId13"/>
            </p:custDataLst>
          </p:nvPr>
        </p:nvCxnSpPr>
        <p:spPr>
          <a:xfrm flipH="1">
            <a:off x="1502436" y="144914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5F084309-4E1D-52EF-13D0-72F293D319BF}"/>
              </a:ext>
            </a:extLst>
          </p:cNvPr>
          <p:cNvCxnSpPr/>
          <p:nvPr>
            <p:custDataLst>
              <p:tags r:id="rId14"/>
            </p:custDataLst>
          </p:nvPr>
        </p:nvCxnSpPr>
        <p:spPr>
          <a:xfrm flipH="1">
            <a:off x="1624356" y="145295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C04FEC79-0D7D-631D-7775-CC535A523071}"/>
              </a:ext>
            </a:extLst>
          </p:cNvPr>
          <p:cNvCxnSpPr/>
          <p:nvPr>
            <p:custDataLst>
              <p:tags r:id="rId15"/>
            </p:custDataLst>
          </p:nvPr>
        </p:nvCxnSpPr>
        <p:spPr>
          <a:xfrm flipH="1">
            <a:off x="1783741" y="144914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4FBB2E79-DBF8-95A0-938C-D867AE52EB62}"/>
              </a:ext>
            </a:extLst>
          </p:cNvPr>
          <p:cNvCxnSpPr/>
          <p:nvPr>
            <p:custDataLst>
              <p:tags r:id="rId16"/>
            </p:custDataLst>
          </p:nvPr>
        </p:nvCxnSpPr>
        <p:spPr>
          <a:xfrm flipH="1">
            <a:off x="1943126" y="145549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ED1C46E2-0907-C8FB-ADB3-9229016D0F44}"/>
              </a:ext>
            </a:extLst>
          </p:cNvPr>
          <p:cNvCxnSpPr/>
          <p:nvPr>
            <p:custDataLst>
              <p:tags r:id="rId17"/>
            </p:custDataLst>
          </p:nvPr>
        </p:nvCxnSpPr>
        <p:spPr>
          <a:xfrm flipH="1">
            <a:off x="2094256" y="144914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821CD1E3-ED5D-6EDC-6922-F97942485AD7}"/>
              </a:ext>
            </a:extLst>
          </p:cNvPr>
          <p:cNvCxnSpPr/>
          <p:nvPr>
            <p:custDataLst>
              <p:tags r:id="rId18"/>
            </p:custDataLst>
          </p:nvPr>
        </p:nvCxnSpPr>
        <p:spPr>
          <a:xfrm flipH="1">
            <a:off x="2233321" y="145105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758194C4-A57A-097F-628A-F3FC136C9A29}"/>
              </a:ext>
            </a:extLst>
          </p:cNvPr>
          <p:cNvCxnSpPr/>
          <p:nvPr>
            <p:custDataLst>
              <p:tags r:id="rId19"/>
            </p:custDataLst>
          </p:nvPr>
        </p:nvCxnSpPr>
        <p:spPr>
          <a:xfrm flipH="1">
            <a:off x="2392706" y="144724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10D23A7A-C3D4-CD3B-7152-3C05F0DF64E8}"/>
              </a:ext>
            </a:extLst>
          </p:cNvPr>
          <p:cNvCxnSpPr/>
          <p:nvPr>
            <p:custDataLst>
              <p:tags r:id="rId20"/>
            </p:custDataLst>
          </p:nvPr>
        </p:nvCxnSpPr>
        <p:spPr>
          <a:xfrm flipH="1">
            <a:off x="2552091" y="145359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80E266DB-3BDA-5804-A382-69C93BE43972}"/>
              </a:ext>
            </a:extLst>
          </p:cNvPr>
          <p:cNvCxnSpPr/>
          <p:nvPr>
            <p:custDataLst>
              <p:tags r:id="rId21"/>
            </p:custDataLst>
          </p:nvPr>
        </p:nvCxnSpPr>
        <p:spPr>
          <a:xfrm flipH="1">
            <a:off x="2703221" y="144724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F45DD55D-A0B6-A329-9361-D7D77BAA2EC0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435636" y="1522809"/>
            <a:ext cx="2386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00000"/>
              </a:lnSpc>
            </a:pPr>
            <a:r>
              <a:rPr lang="zh-CN" altLang="en-US" b="1" dirty="0">
                <a:latin typeface="MiSans Semibold" pitchFamily="2" charset="-122"/>
                <a:ea typeface="MiSans Semibold" pitchFamily="2" charset="-122"/>
                <a:cs typeface="思源黑体" panose="020B0500000000000000" charset="-122"/>
              </a:rPr>
              <a:t>内部行为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EA75047-46DE-6CEA-1DDE-A804C866E199}"/>
              </a:ext>
            </a:extLst>
          </p:cNvPr>
          <p:cNvSpPr/>
          <p:nvPr/>
        </p:nvSpPr>
        <p:spPr>
          <a:xfrm>
            <a:off x="635" y="0"/>
            <a:ext cx="12191365" cy="6857365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6511F10-4907-D904-A0A3-E9E1C4E045A9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1083018" y="3248342"/>
            <a:ext cx="1720215" cy="3606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 dirty="0">
                <a:latin typeface="MiSans Semibold" pitchFamily="2" charset="-122"/>
                <a:ea typeface="MiSans Semibold" pitchFamily="2" charset="-122"/>
                <a:cs typeface="思源黑体 Light" panose="020B0300000000000000" charset="-122"/>
              </a:rPr>
              <a:t>基础福利‌‌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039D38C-0490-C67D-AFB4-EFAC5A2F96EB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1037421" y="3713180"/>
            <a:ext cx="808239" cy="8461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五险一金</a:t>
            </a:r>
            <a:endParaRPr lang="en-US" altLang="zh-CN" sz="12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200" dirty="0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年度体检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0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5F17379-D336-3787-9AC0-370E461BC26D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7611336" y="3248342"/>
            <a:ext cx="1720215" cy="3606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 dirty="0">
                <a:latin typeface="MiSans Semibold" pitchFamily="2" charset="-122"/>
                <a:ea typeface="MiSans Semibold" pitchFamily="2" charset="-122"/>
                <a:cs typeface="思源黑体 Light" panose="020B0300000000000000" charset="-122"/>
              </a:rPr>
              <a:t>特色福利‌‌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FE7F6BF-4910-969C-702D-6D85EDB9B9F9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7532267" y="3872578"/>
            <a:ext cx="1120321" cy="240508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带薪撸宠制度</a:t>
            </a:r>
            <a:endParaRPr lang="en-US" altLang="zh-CN" sz="12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200" dirty="0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家庭宠物支持</a:t>
            </a:r>
            <a:endParaRPr lang="en-US" altLang="zh-CN" sz="12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200" dirty="0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心理关怀机制</a:t>
            </a:r>
            <a:endParaRPr lang="en-US" altLang="zh-CN" sz="12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2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弹性工作安排</a:t>
            </a:r>
            <a:endParaRPr lang="en-US" altLang="zh-CN" sz="12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200" dirty="0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职业成长激励</a:t>
            </a:r>
            <a:endParaRPr lang="en-US" altLang="zh-CN" sz="1200" dirty="0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0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987473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6B2EEF-C480-C40F-9661-8D228EF81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椭圆 15">
            <a:extLst>
              <a:ext uri="{FF2B5EF4-FFF2-40B4-BE49-F238E27FC236}">
                <a16:creationId xmlns:a16="http://schemas.microsoft.com/office/drawing/2014/main" id="{26CD92AE-52D9-7C33-42C6-11785875AC7C}"/>
              </a:ext>
            </a:extLst>
          </p:cNvPr>
          <p:cNvSpPr/>
          <p:nvPr/>
        </p:nvSpPr>
        <p:spPr>
          <a:xfrm>
            <a:off x="635344" y="2393937"/>
            <a:ext cx="405130" cy="396875"/>
          </a:xfrm>
          <a:prstGeom prst="ellipse">
            <a:avLst/>
          </a:prstGeom>
          <a:solidFill>
            <a:srgbClr val="FFE29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620BCB9-7947-4BAE-B739-6C3E460DDA1B}"/>
              </a:ext>
            </a:extLst>
          </p:cNvPr>
          <p:cNvSpPr txBox="1"/>
          <p:nvPr/>
        </p:nvSpPr>
        <p:spPr>
          <a:xfrm>
            <a:off x="26391" y="192881"/>
            <a:ext cx="3171179" cy="144716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4800" dirty="0">
                <a:solidFill>
                  <a:srgbClr val="CE8540"/>
                </a:solidFill>
                <a:latin typeface="Bebas" pitchFamily="2" charset="0"/>
                <a:ea typeface="MiSans Normal" pitchFamily="2" charset="-122"/>
                <a:cs typeface="G8321 Bold" panose="00000805000000000000" charset="0"/>
              </a:rPr>
              <a:t>BRAND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1809636-7809-749D-3512-4EC04967957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53086" y="299879"/>
            <a:ext cx="4113174" cy="83502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8000" dirty="0">
                <a:solidFill>
                  <a:srgbClr val="FFE291"/>
                </a:solidFill>
                <a:latin typeface="Estrada Signature" panose="02000600000000000000" pitchFamily="2" charset="0"/>
                <a:ea typeface="MiSans Normal" pitchFamily="2" charset="-122"/>
                <a:cs typeface="Signatura Monoline Script" panose="02000506000000020004" charset="0"/>
              </a:rPr>
              <a:t>IDENTITY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C148FDA-C4AD-AA07-5BF4-6478F85EBBA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191921" y="2412034"/>
            <a:ext cx="1720215" cy="3606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 dirty="0">
                <a:latin typeface="MiSans Semibold" pitchFamily="2" charset="-122"/>
                <a:ea typeface="MiSans Semibold" pitchFamily="2" charset="-122"/>
                <a:cs typeface="思源黑体 Light" panose="020B0300000000000000" charset="-122"/>
              </a:rPr>
              <a:t>薪酬福利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9798A9E-703F-84A8-F67C-88C2A56A4207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353086" y="1438989"/>
            <a:ext cx="258635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DD1E6352-26B4-E44D-6A90-0F4C99705EC4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46101" y="1976199"/>
            <a:ext cx="258635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2B2DAAA4-0F05-B6E6-BD07-32A1348507E7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635000" y="2984785"/>
            <a:ext cx="11055350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D4D4835F-402F-A9CC-1ABD-D407282C76B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35000" y="2199964"/>
            <a:ext cx="11055350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DB0FB230-C10F-7B16-0BFF-200F2190B0CB}"/>
              </a:ext>
            </a:extLst>
          </p:cNvPr>
          <p:cNvCxnSpPr/>
          <p:nvPr/>
        </p:nvCxnSpPr>
        <p:spPr>
          <a:xfrm flipH="1">
            <a:off x="435636" y="145105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037469B9-2603-EF30-EB2B-F3CD156C0427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 flipH="1">
            <a:off x="595021" y="144724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AB084CB9-9738-C07A-203F-4A4CAA4EB100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 flipH="1">
            <a:off x="754406" y="145359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1B2B8FB0-60C6-EC19-E63E-476F0CF5933D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 flipH="1">
            <a:off x="905536" y="144724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0291EB84-80AB-3F7F-559F-B2B448EC3B88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 flipH="1">
            <a:off x="1032536" y="145295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78608EA1-D8C5-9B6D-DC89-07FF416A8933}"/>
              </a:ext>
            </a:extLst>
          </p:cNvPr>
          <p:cNvCxnSpPr/>
          <p:nvPr>
            <p:custDataLst>
              <p:tags r:id="rId11"/>
            </p:custDataLst>
          </p:nvPr>
        </p:nvCxnSpPr>
        <p:spPr>
          <a:xfrm flipH="1">
            <a:off x="1191921" y="144914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E8BA840B-EBC2-699A-8CF9-1ABD8CA48728}"/>
              </a:ext>
            </a:extLst>
          </p:cNvPr>
          <p:cNvCxnSpPr/>
          <p:nvPr>
            <p:custDataLst>
              <p:tags r:id="rId12"/>
            </p:custDataLst>
          </p:nvPr>
        </p:nvCxnSpPr>
        <p:spPr>
          <a:xfrm flipH="1">
            <a:off x="1351306" y="144724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89A290C3-3BA2-F9FD-43A1-B6F8976360D7}"/>
              </a:ext>
            </a:extLst>
          </p:cNvPr>
          <p:cNvCxnSpPr/>
          <p:nvPr>
            <p:custDataLst>
              <p:tags r:id="rId13"/>
            </p:custDataLst>
          </p:nvPr>
        </p:nvCxnSpPr>
        <p:spPr>
          <a:xfrm flipH="1">
            <a:off x="1502436" y="144914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234E3A98-96EC-3E96-0992-B34802C2564A}"/>
              </a:ext>
            </a:extLst>
          </p:cNvPr>
          <p:cNvCxnSpPr/>
          <p:nvPr>
            <p:custDataLst>
              <p:tags r:id="rId14"/>
            </p:custDataLst>
          </p:nvPr>
        </p:nvCxnSpPr>
        <p:spPr>
          <a:xfrm flipH="1">
            <a:off x="1624356" y="145295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9768714A-23D6-2F1F-77AF-FF671285337F}"/>
              </a:ext>
            </a:extLst>
          </p:cNvPr>
          <p:cNvCxnSpPr/>
          <p:nvPr>
            <p:custDataLst>
              <p:tags r:id="rId15"/>
            </p:custDataLst>
          </p:nvPr>
        </p:nvCxnSpPr>
        <p:spPr>
          <a:xfrm flipH="1">
            <a:off x="1783741" y="144914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73061907-0E87-EB8C-6D81-696F3E51FE1B}"/>
              </a:ext>
            </a:extLst>
          </p:cNvPr>
          <p:cNvCxnSpPr/>
          <p:nvPr>
            <p:custDataLst>
              <p:tags r:id="rId16"/>
            </p:custDataLst>
          </p:nvPr>
        </p:nvCxnSpPr>
        <p:spPr>
          <a:xfrm flipH="1">
            <a:off x="1943126" y="145549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3B6BE5D4-9A74-CD1A-0F18-1F2AC13FE392}"/>
              </a:ext>
            </a:extLst>
          </p:cNvPr>
          <p:cNvCxnSpPr/>
          <p:nvPr>
            <p:custDataLst>
              <p:tags r:id="rId17"/>
            </p:custDataLst>
          </p:nvPr>
        </p:nvCxnSpPr>
        <p:spPr>
          <a:xfrm flipH="1">
            <a:off x="2094256" y="144914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C5329DFC-B571-F0D9-B9D4-696BC0F93AE8}"/>
              </a:ext>
            </a:extLst>
          </p:cNvPr>
          <p:cNvCxnSpPr/>
          <p:nvPr>
            <p:custDataLst>
              <p:tags r:id="rId18"/>
            </p:custDataLst>
          </p:nvPr>
        </p:nvCxnSpPr>
        <p:spPr>
          <a:xfrm flipH="1">
            <a:off x="2233321" y="145105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9872268C-6D2D-4E91-2BB8-8B7CD39383EC}"/>
              </a:ext>
            </a:extLst>
          </p:cNvPr>
          <p:cNvCxnSpPr/>
          <p:nvPr>
            <p:custDataLst>
              <p:tags r:id="rId19"/>
            </p:custDataLst>
          </p:nvPr>
        </p:nvCxnSpPr>
        <p:spPr>
          <a:xfrm flipH="1">
            <a:off x="2392706" y="144724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68114781-4CB3-8D75-C0E3-0D2ED5247178}"/>
              </a:ext>
            </a:extLst>
          </p:cNvPr>
          <p:cNvCxnSpPr/>
          <p:nvPr>
            <p:custDataLst>
              <p:tags r:id="rId20"/>
            </p:custDataLst>
          </p:nvPr>
        </p:nvCxnSpPr>
        <p:spPr>
          <a:xfrm flipH="1">
            <a:off x="2552091" y="145359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23FA9146-98A1-373A-4C73-856022FADBAD}"/>
              </a:ext>
            </a:extLst>
          </p:cNvPr>
          <p:cNvCxnSpPr/>
          <p:nvPr>
            <p:custDataLst>
              <p:tags r:id="rId21"/>
            </p:custDataLst>
          </p:nvPr>
        </p:nvCxnSpPr>
        <p:spPr>
          <a:xfrm flipH="1">
            <a:off x="2703221" y="144724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9543734D-8B47-F001-F6FF-2F4533658C07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435636" y="1522809"/>
            <a:ext cx="2386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00000"/>
              </a:lnSpc>
            </a:pPr>
            <a:r>
              <a:rPr lang="zh-CN" altLang="en-US" b="1" dirty="0">
                <a:latin typeface="MiSans Semibold" pitchFamily="2" charset="-122"/>
                <a:ea typeface="MiSans Semibold" pitchFamily="2" charset="-122"/>
                <a:cs typeface="思源黑体" panose="020B0500000000000000" charset="-122"/>
              </a:rPr>
              <a:t>内部行为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31CF956-0E8C-98C4-BFAA-0F18E52D8DC3}"/>
              </a:ext>
            </a:extLst>
          </p:cNvPr>
          <p:cNvSpPr/>
          <p:nvPr/>
        </p:nvSpPr>
        <p:spPr>
          <a:xfrm>
            <a:off x="635" y="0"/>
            <a:ext cx="12191365" cy="6857365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40BE400-D9E1-22C1-99A2-4693CF6D9FD1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595021" y="3237190"/>
            <a:ext cx="1720215" cy="3606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 b="1" dirty="0">
                <a:latin typeface="MiSans Semibold" pitchFamily="2" charset="-122"/>
                <a:ea typeface="MiSans Semibold" pitchFamily="2" charset="-122"/>
                <a:cs typeface="思源黑体 Light" panose="020B0300000000000000" charset="-122"/>
              </a:rPr>
              <a:t>带薪撸宠制度</a:t>
            </a:r>
          </a:p>
          <a:p>
            <a:r>
              <a:rPr lang="zh-CN" altLang="en-US" sz="1600" b="1" dirty="0">
                <a:latin typeface="MiSans Semibold" pitchFamily="2" charset="-122"/>
                <a:ea typeface="MiSans Semibold" pitchFamily="2" charset="-122"/>
                <a:cs typeface="思源黑体 Light" panose="020B0300000000000000" charset="-122"/>
              </a:rPr>
              <a:t>‌‌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F1D4299-298C-2A15-62B5-5E588A700FB3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635000" y="3575632"/>
            <a:ext cx="2812610" cy="8461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每日</a:t>
            </a:r>
            <a:r>
              <a:rPr lang="en-US" altLang="zh-CN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20</a:t>
            </a:r>
            <a:r>
              <a:rPr lang="zh-CN" altLang="en-US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分钟专属撸狗时间计入工时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0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设立</a:t>
            </a:r>
            <a:r>
              <a:rPr lang="en-US" altLang="zh-CN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"</a:t>
            </a:r>
            <a:r>
              <a:rPr lang="zh-CN" altLang="en-US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宠物抚慰师</a:t>
            </a:r>
            <a:r>
              <a:rPr lang="en-US" altLang="zh-CN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"</a:t>
            </a:r>
            <a:r>
              <a:rPr lang="zh-CN" altLang="en-US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岗位轮岗制，员工可申请临时调岗照顾生病犬只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0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A3C87C3-B51E-DEC0-3A85-C393DD34AD1A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4677321" y="3242353"/>
            <a:ext cx="1720215" cy="3606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 b="1" dirty="0">
                <a:latin typeface="MiSans Semibold" pitchFamily="2" charset="-122"/>
                <a:ea typeface="MiSans Semibold" pitchFamily="2" charset="-122"/>
                <a:cs typeface="思源黑体 Light" panose="020B0300000000000000" charset="-122"/>
              </a:rPr>
              <a:t>家庭宠物支持</a:t>
            </a:r>
          </a:p>
          <a:p>
            <a:endParaRPr lang="zh-CN" altLang="en-US" sz="1400" b="1" dirty="0">
              <a:latin typeface="MiSans Semibold" pitchFamily="2" charset="-122"/>
              <a:ea typeface="MiSans Semibold" pitchFamily="2" charset="-122"/>
              <a:cs typeface="思源黑体 Light" panose="020B0300000000000000" charset="-122"/>
            </a:endParaRPr>
          </a:p>
          <a:p>
            <a:r>
              <a:rPr lang="zh-CN" altLang="en-US" sz="1600" b="1" dirty="0">
                <a:latin typeface="MiSans Semibold" pitchFamily="2" charset="-122"/>
                <a:ea typeface="MiSans Semibold" pitchFamily="2" charset="-122"/>
                <a:cs typeface="思源黑体 Light" panose="020B0300000000000000" charset="-122"/>
              </a:rPr>
              <a:t>‌‌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3520E08-8615-1DD6-41B8-9A22CDBDD066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4717300" y="3580794"/>
            <a:ext cx="2812610" cy="103048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员工自有宠物享受：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每月免费洗澡服务（价值￥</a:t>
            </a:r>
            <a:r>
              <a:rPr lang="en-US" altLang="zh-CN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200</a:t>
            </a:r>
            <a:r>
              <a:rPr lang="zh-CN" altLang="en-US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）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犬粮</a:t>
            </a:r>
            <a:r>
              <a:rPr lang="en-US" altLang="zh-CN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/</a:t>
            </a:r>
            <a:r>
              <a:rPr lang="zh-CN" altLang="en-US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猫粮内部采购</a:t>
            </a:r>
            <a:r>
              <a:rPr lang="en-US" altLang="zh-CN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5</a:t>
            </a:r>
            <a:r>
              <a:rPr lang="zh-CN" altLang="en-US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折优惠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紧急寄养免费托管权益（全年</a:t>
            </a:r>
            <a:r>
              <a:rPr lang="en-US" altLang="zh-CN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3</a:t>
            </a:r>
            <a:r>
              <a:rPr lang="zh-CN" altLang="en-US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次）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0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B7FF9DD-BB0B-3B8D-8018-0148F7F5E790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8622305" y="3242353"/>
            <a:ext cx="1720215" cy="3606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 b="1" dirty="0">
                <a:latin typeface="MiSans Semibold" pitchFamily="2" charset="-122"/>
                <a:ea typeface="MiSans Semibold" pitchFamily="2" charset="-122"/>
                <a:cs typeface="思源黑体 Light" panose="020B0300000000000000" charset="-122"/>
              </a:rPr>
              <a:t>心理关怀机制</a:t>
            </a:r>
          </a:p>
          <a:p>
            <a:endParaRPr lang="zh-CN" altLang="en-US" sz="1400" b="1" dirty="0">
              <a:latin typeface="MiSans Semibold" pitchFamily="2" charset="-122"/>
              <a:ea typeface="MiSans Semibold" pitchFamily="2" charset="-122"/>
              <a:cs typeface="思源黑体 Light" panose="020B0300000000000000" charset="-122"/>
            </a:endParaRPr>
          </a:p>
          <a:p>
            <a:r>
              <a:rPr lang="zh-CN" altLang="en-US" sz="1600" b="1" dirty="0">
                <a:latin typeface="MiSans Semibold" pitchFamily="2" charset="-122"/>
                <a:ea typeface="MiSans Semibold" pitchFamily="2" charset="-122"/>
                <a:cs typeface="思源黑体 Light" panose="020B0300000000000000" charset="-122"/>
              </a:rPr>
              <a:t>‌‌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E0D0736-730D-461D-3E5A-0489B2CF45CD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8662284" y="3580794"/>
            <a:ext cx="3218696" cy="103048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"</a:t>
            </a:r>
            <a:r>
              <a:rPr lang="zh-CN" altLang="en-US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不开心假</a:t>
            </a:r>
            <a:r>
              <a:rPr lang="en-US" altLang="zh-CN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"</a:t>
            </a:r>
            <a:r>
              <a:rPr lang="zh-CN" altLang="en-US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：转正员工每年</a:t>
            </a:r>
            <a:r>
              <a:rPr lang="en-US" altLang="zh-CN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2</a:t>
            </a:r>
            <a:r>
              <a:rPr lang="zh-CN" altLang="en-US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天带薪情绪假（无需证明）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0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设置</a:t>
            </a:r>
            <a:r>
              <a:rPr lang="en-US" altLang="zh-CN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"</a:t>
            </a:r>
            <a:r>
              <a:rPr lang="zh-CN" altLang="en-US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解压舱</a:t>
            </a:r>
            <a:r>
              <a:rPr lang="en-US" altLang="zh-CN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"</a:t>
            </a:r>
            <a:r>
              <a:rPr lang="zh-CN" altLang="en-US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：配备宠物互动区</a:t>
            </a:r>
            <a:r>
              <a:rPr lang="en-US" altLang="zh-CN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+ASMR</a:t>
            </a:r>
            <a:r>
              <a:rPr lang="zh-CN" altLang="en-US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音疗设备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0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0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7EF29D8-1B77-B07D-CBEC-1B60E0AD8A5D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3101787" y="4866937"/>
            <a:ext cx="1720215" cy="3606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 b="1" dirty="0">
                <a:latin typeface="MiSans Semibold" pitchFamily="2" charset="-122"/>
                <a:ea typeface="MiSans Semibold" pitchFamily="2" charset="-122"/>
                <a:cs typeface="思源黑体 Light" panose="020B0300000000000000" charset="-122"/>
              </a:rPr>
              <a:t>弹性工作安排</a:t>
            </a:r>
          </a:p>
          <a:p>
            <a:r>
              <a:rPr lang="zh-CN" altLang="en-US" sz="1600" b="1" dirty="0">
                <a:latin typeface="MiSans Semibold" pitchFamily="2" charset="-122"/>
                <a:ea typeface="MiSans Semibold" pitchFamily="2" charset="-122"/>
                <a:cs typeface="思源黑体 Light" panose="020B0300000000000000" charset="-122"/>
              </a:rPr>
              <a:t>‌‌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117F2E9-FECD-9E85-EE57-372D4608BDFD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3141766" y="5205379"/>
            <a:ext cx="2812610" cy="8461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实行</a:t>
            </a:r>
            <a:r>
              <a:rPr lang="en-US" altLang="zh-CN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"</a:t>
            </a:r>
            <a:r>
              <a:rPr lang="zh-CN" altLang="en-US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做四休三</a:t>
            </a:r>
            <a:r>
              <a:rPr lang="en-US" altLang="zh-CN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"</a:t>
            </a:r>
            <a:r>
              <a:rPr lang="zh-CN" altLang="en-US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调休制</a:t>
            </a:r>
            <a:endParaRPr lang="en-US" altLang="zh-CN" sz="10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000" dirty="0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0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6156623-7004-3F3F-831A-B7CD6E4659E1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7216840" y="4846603"/>
            <a:ext cx="1720215" cy="3606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 b="1" dirty="0">
                <a:latin typeface="MiSans Semibold" pitchFamily="2" charset="-122"/>
                <a:ea typeface="MiSans Semibold" pitchFamily="2" charset="-122"/>
                <a:cs typeface="思源黑体 Light" panose="020B0300000000000000" charset="-122"/>
              </a:rPr>
              <a:t>职业成长激励</a:t>
            </a:r>
          </a:p>
          <a:p>
            <a:endParaRPr lang="zh-CN" altLang="en-US" sz="1400" b="1" dirty="0">
              <a:latin typeface="MiSans Semibold" pitchFamily="2" charset="-122"/>
              <a:ea typeface="MiSans Semibold" pitchFamily="2" charset="-122"/>
              <a:cs typeface="思源黑体 Light" panose="020B0300000000000000" charset="-122"/>
            </a:endParaRPr>
          </a:p>
          <a:p>
            <a:r>
              <a:rPr lang="zh-CN" altLang="en-US" sz="1600" b="1" dirty="0">
                <a:latin typeface="MiSans Semibold" pitchFamily="2" charset="-122"/>
                <a:ea typeface="MiSans Semibold" pitchFamily="2" charset="-122"/>
                <a:cs typeface="思源黑体 Light" panose="020B0300000000000000" charset="-122"/>
              </a:rPr>
              <a:t>‌‌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081A32E-A0D2-934F-8B81-E653AC42964B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7256818" y="5185044"/>
            <a:ext cx="3324095" cy="103048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考取宠物营养师</a:t>
            </a:r>
            <a:r>
              <a:rPr lang="en-US" altLang="zh-CN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/</a:t>
            </a:r>
            <a:r>
              <a:rPr lang="zh-CN" altLang="en-US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美容师证书可报销</a:t>
            </a:r>
            <a:r>
              <a:rPr lang="en-US" altLang="zh-CN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60%</a:t>
            </a:r>
            <a:r>
              <a:rPr lang="zh-CN" altLang="en-US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费用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0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开设</a:t>
            </a:r>
            <a:r>
              <a:rPr lang="en-US" altLang="zh-CN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"</a:t>
            </a:r>
            <a:r>
              <a:rPr lang="zh-CN" altLang="en-US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狗狗行为学</a:t>
            </a:r>
            <a:r>
              <a:rPr lang="en-US" altLang="zh-CN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"</a:t>
            </a:r>
            <a:r>
              <a:rPr lang="zh-CN" altLang="en-US" sz="10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内部选修课（课时可兑换调休）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0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0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25608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91FADF-0CD2-0151-A4DE-F7A7F3CF0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椭圆 15">
            <a:extLst>
              <a:ext uri="{FF2B5EF4-FFF2-40B4-BE49-F238E27FC236}">
                <a16:creationId xmlns:a16="http://schemas.microsoft.com/office/drawing/2014/main" id="{2121D30D-E830-FB8A-CE45-9376055E313C}"/>
              </a:ext>
            </a:extLst>
          </p:cNvPr>
          <p:cNvSpPr/>
          <p:nvPr/>
        </p:nvSpPr>
        <p:spPr>
          <a:xfrm>
            <a:off x="635344" y="2393937"/>
            <a:ext cx="405130" cy="396875"/>
          </a:xfrm>
          <a:prstGeom prst="ellipse">
            <a:avLst/>
          </a:prstGeom>
          <a:solidFill>
            <a:srgbClr val="FFE29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0DF2992-30F8-17F2-B242-7BB0ECC0D0EA}"/>
              </a:ext>
            </a:extLst>
          </p:cNvPr>
          <p:cNvSpPr txBox="1"/>
          <p:nvPr/>
        </p:nvSpPr>
        <p:spPr>
          <a:xfrm>
            <a:off x="26391" y="192881"/>
            <a:ext cx="3171179" cy="144716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4800" dirty="0">
                <a:solidFill>
                  <a:srgbClr val="CE8540"/>
                </a:solidFill>
                <a:latin typeface="Bebas" pitchFamily="2" charset="0"/>
                <a:ea typeface="MiSans Normal" pitchFamily="2" charset="-122"/>
                <a:cs typeface="G8321 Bold" panose="00000805000000000000" charset="0"/>
              </a:rPr>
              <a:t>BRAND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7FC4226-39A1-60A5-275D-282D7D26804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53086" y="299879"/>
            <a:ext cx="4113174" cy="83502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8000" dirty="0">
                <a:solidFill>
                  <a:srgbClr val="FFE291"/>
                </a:solidFill>
                <a:latin typeface="Estrada Signature" panose="02000600000000000000" pitchFamily="2" charset="0"/>
                <a:ea typeface="MiSans Normal" pitchFamily="2" charset="-122"/>
                <a:cs typeface="Signatura Monoline Script" panose="02000506000000020004" charset="0"/>
              </a:rPr>
              <a:t>IDENTITY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247CA3E-6079-3C65-BBC6-2066F36A310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191921" y="2412034"/>
            <a:ext cx="1720215" cy="3606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 dirty="0">
                <a:latin typeface="MiSans Semibold" pitchFamily="2" charset="-122"/>
                <a:ea typeface="MiSans Semibold" pitchFamily="2" charset="-122"/>
                <a:cs typeface="思源黑体 Light" panose="020B0300000000000000" charset="-122"/>
              </a:rPr>
              <a:t>薪酬福利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3174F2DC-4FF8-C23F-542C-CE28A87B02E1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353086" y="1438989"/>
            <a:ext cx="258635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2E1547B0-1D4F-4F71-AC64-DCEDA58D414F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46101" y="1976199"/>
            <a:ext cx="258635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D6E1D492-C728-F062-BABA-A357304703D4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635000" y="2984785"/>
            <a:ext cx="11055350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8E6372AD-B349-B01E-ADCE-37E2917B2BD4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35000" y="2199964"/>
            <a:ext cx="11055350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F3A1441-A36F-9EE1-3938-1A9E9C53C448}"/>
              </a:ext>
            </a:extLst>
          </p:cNvPr>
          <p:cNvCxnSpPr/>
          <p:nvPr/>
        </p:nvCxnSpPr>
        <p:spPr>
          <a:xfrm flipH="1">
            <a:off x="435636" y="145105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F6786207-30B4-2822-1547-D5E831DB7827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 flipH="1">
            <a:off x="595021" y="144724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544762CE-FD8A-3909-9557-DFE375D0DB1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 flipH="1">
            <a:off x="754406" y="145359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C8DA972-9F64-4B57-271C-72755CFD3FC9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 flipH="1">
            <a:off x="905536" y="144724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01EC1164-6482-5B5E-2624-9924FE99C491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 flipH="1">
            <a:off x="1032536" y="145295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D432DDDB-6A57-A166-4662-5939FE65B3E5}"/>
              </a:ext>
            </a:extLst>
          </p:cNvPr>
          <p:cNvCxnSpPr/>
          <p:nvPr>
            <p:custDataLst>
              <p:tags r:id="rId11"/>
            </p:custDataLst>
          </p:nvPr>
        </p:nvCxnSpPr>
        <p:spPr>
          <a:xfrm flipH="1">
            <a:off x="1191921" y="144914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8E61D522-EF8A-51F5-E582-F5B710C1ADF5}"/>
              </a:ext>
            </a:extLst>
          </p:cNvPr>
          <p:cNvCxnSpPr/>
          <p:nvPr>
            <p:custDataLst>
              <p:tags r:id="rId12"/>
            </p:custDataLst>
          </p:nvPr>
        </p:nvCxnSpPr>
        <p:spPr>
          <a:xfrm flipH="1">
            <a:off x="1351306" y="144724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56E8AEFC-7BFE-17B8-1151-17AFE784F7C7}"/>
              </a:ext>
            </a:extLst>
          </p:cNvPr>
          <p:cNvCxnSpPr/>
          <p:nvPr>
            <p:custDataLst>
              <p:tags r:id="rId13"/>
            </p:custDataLst>
          </p:nvPr>
        </p:nvCxnSpPr>
        <p:spPr>
          <a:xfrm flipH="1">
            <a:off x="1502436" y="144914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52B25AA1-4F10-6956-CA9A-8CAB62DBE129}"/>
              </a:ext>
            </a:extLst>
          </p:cNvPr>
          <p:cNvCxnSpPr/>
          <p:nvPr>
            <p:custDataLst>
              <p:tags r:id="rId14"/>
            </p:custDataLst>
          </p:nvPr>
        </p:nvCxnSpPr>
        <p:spPr>
          <a:xfrm flipH="1">
            <a:off x="1624356" y="145295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4CFC52AA-EC88-A39A-ABE3-4E0D85A433CC}"/>
              </a:ext>
            </a:extLst>
          </p:cNvPr>
          <p:cNvCxnSpPr/>
          <p:nvPr>
            <p:custDataLst>
              <p:tags r:id="rId15"/>
            </p:custDataLst>
          </p:nvPr>
        </p:nvCxnSpPr>
        <p:spPr>
          <a:xfrm flipH="1">
            <a:off x="1783741" y="144914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0BEC2CAA-100D-F374-6181-AE8D6ABA46DA}"/>
              </a:ext>
            </a:extLst>
          </p:cNvPr>
          <p:cNvCxnSpPr/>
          <p:nvPr>
            <p:custDataLst>
              <p:tags r:id="rId16"/>
            </p:custDataLst>
          </p:nvPr>
        </p:nvCxnSpPr>
        <p:spPr>
          <a:xfrm flipH="1">
            <a:off x="1943126" y="145549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C8AB5841-354F-6079-EE29-42C91F0A0BE0}"/>
              </a:ext>
            </a:extLst>
          </p:cNvPr>
          <p:cNvCxnSpPr/>
          <p:nvPr>
            <p:custDataLst>
              <p:tags r:id="rId17"/>
            </p:custDataLst>
          </p:nvPr>
        </p:nvCxnSpPr>
        <p:spPr>
          <a:xfrm flipH="1">
            <a:off x="2094256" y="1449149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DC1A72DE-CE76-B4DA-9886-73DEDAEBC5E7}"/>
              </a:ext>
            </a:extLst>
          </p:cNvPr>
          <p:cNvCxnSpPr/>
          <p:nvPr>
            <p:custDataLst>
              <p:tags r:id="rId18"/>
            </p:custDataLst>
          </p:nvPr>
        </p:nvCxnSpPr>
        <p:spPr>
          <a:xfrm flipH="1">
            <a:off x="2233321" y="145105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E5E55BEC-FDD2-6FFF-41D5-406457A400F2}"/>
              </a:ext>
            </a:extLst>
          </p:cNvPr>
          <p:cNvCxnSpPr/>
          <p:nvPr>
            <p:custDataLst>
              <p:tags r:id="rId19"/>
            </p:custDataLst>
          </p:nvPr>
        </p:nvCxnSpPr>
        <p:spPr>
          <a:xfrm flipH="1">
            <a:off x="2392706" y="144724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AED7B57F-C38D-63D4-58E2-6BE6351FBEA1}"/>
              </a:ext>
            </a:extLst>
          </p:cNvPr>
          <p:cNvCxnSpPr/>
          <p:nvPr>
            <p:custDataLst>
              <p:tags r:id="rId20"/>
            </p:custDataLst>
          </p:nvPr>
        </p:nvCxnSpPr>
        <p:spPr>
          <a:xfrm flipH="1">
            <a:off x="2552091" y="145359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E76A76E3-21CE-9552-9FAF-3AEE5A344ACC}"/>
              </a:ext>
            </a:extLst>
          </p:cNvPr>
          <p:cNvCxnSpPr/>
          <p:nvPr>
            <p:custDataLst>
              <p:tags r:id="rId21"/>
            </p:custDataLst>
          </p:nvPr>
        </p:nvCxnSpPr>
        <p:spPr>
          <a:xfrm flipH="1">
            <a:off x="2703221" y="1447244"/>
            <a:ext cx="134620" cy="5238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D6728CC5-599F-907C-7592-C0E69CB7DA4E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435636" y="1522809"/>
            <a:ext cx="2386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00000"/>
              </a:lnSpc>
            </a:pPr>
            <a:r>
              <a:rPr lang="zh-CN" altLang="en-US" b="1" dirty="0">
                <a:latin typeface="MiSans Semibold" pitchFamily="2" charset="-122"/>
                <a:ea typeface="MiSans Semibold" pitchFamily="2" charset="-122"/>
                <a:cs typeface="思源黑体" panose="020B0500000000000000" charset="-122"/>
              </a:rPr>
              <a:t>内部行为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6C3334D-1C9E-A375-EF50-0846A1FF8668}"/>
              </a:ext>
            </a:extLst>
          </p:cNvPr>
          <p:cNvSpPr/>
          <p:nvPr/>
        </p:nvSpPr>
        <p:spPr>
          <a:xfrm>
            <a:off x="635" y="0"/>
            <a:ext cx="12191365" cy="6857365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06731AA-CB04-618D-AD9E-27063EBFC53F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595021" y="3248342"/>
            <a:ext cx="1720215" cy="3606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 dirty="0">
                <a:latin typeface="MiSans Semibold" pitchFamily="2" charset="-122"/>
                <a:ea typeface="MiSans Semibold" pitchFamily="2" charset="-122"/>
                <a:cs typeface="思源黑体 Light" panose="020B0300000000000000" charset="-122"/>
              </a:rPr>
              <a:t>生活补贴‌‌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682DDD7-9C82-78DF-3C95-2A58889D0C1D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7355201" y="3248342"/>
            <a:ext cx="1720215" cy="3606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 dirty="0">
                <a:latin typeface="MiSans Semibold" pitchFamily="2" charset="-122"/>
                <a:ea typeface="MiSans Semibold" pitchFamily="2" charset="-122"/>
                <a:cs typeface="思源黑体 Light" panose="020B0300000000000000" charset="-122"/>
              </a:rPr>
              <a:t>特殊权益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65782DB-0255-81F4-2BFF-CD5AFF7FA1F7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7436066" y="3803138"/>
            <a:ext cx="4438693" cy="14833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45000"/>
              </a:lnSpc>
            </a:pP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退休保障</a:t>
            </a:r>
            <a:r>
              <a:rPr lang="zh-CN" altLang="en-US" sz="1200" dirty="0"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	服务满</a:t>
            </a:r>
            <a:r>
              <a:rPr lang="en-US" altLang="zh-CN" sz="1200" dirty="0"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5</a:t>
            </a:r>
            <a:r>
              <a:rPr lang="zh-CN" altLang="en-US" sz="1200" dirty="0"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年终身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饲养或协助领养	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2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医疗特权	三甲宠物医院绿色通道</a:t>
            </a:r>
            <a:endParaRPr lang="zh-CN" altLang="en-US" sz="10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2529F7AD-837A-961A-8F6C-888F73D2973C}"/>
              </a:ext>
            </a:extLst>
          </p:cNvPr>
          <p:cNvPicPr>
            <a:picLocks noChangeAspect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40" y="1380790"/>
            <a:ext cx="1575998" cy="222837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9E77D44-F558-BFEC-1ED4-B2E200FD0194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662331" y="3803138"/>
            <a:ext cx="4438693" cy="14833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￥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800-1200/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月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犬（含食品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美容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医疗）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0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555EF2A-95F9-E006-8EFD-1DB86AFE334C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595021" y="5121452"/>
            <a:ext cx="1720215" cy="3606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 dirty="0">
                <a:latin typeface="MiSans Semibold" pitchFamily="2" charset="-122"/>
                <a:ea typeface="MiSans Semibold" pitchFamily="2" charset="-122"/>
                <a:cs typeface="思源黑体 Light" panose="020B0300000000000000" charset="-122"/>
              </a:rPr>
              <a:t>绩效奖励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51BD32A-C80C-A288-6618-E5D832D9E0F4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662331" y="5697603"/>
            <a:ext cx="4438693" cy="14833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接客时长奖励（超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20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小时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周追加￥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200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）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2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好评积分兑换（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积分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=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￥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，可换玩具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/SPA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）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0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2948FFF-2717-5C3B-FE6D-83A8729B9DD9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7355201" y="5106158"/>
            <a:ext cx="1720215" cy="3606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 dirty="0">
                <a:latin typeface="MiSans Semibold" pitchFamily="2" charset="-122"/>
                <a:ea typeface="MiSans Semibold" pitchFamily="2" charset="-122"/>
                <a:cs typeface="思源黑体 Light" panose="020B0300000000000000" charset="-122"/>
              </a:rPr>
              <a:t>动态调节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C8D8045-7D78-7BD1-59C2-B048A2880ADE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7436065" y="5693011"/>
            <a:ext cx="4438693" cy="14833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犬只每周强制休息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天，违规使用罚款￥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500/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次</a:t>
            </a:r>
            <a:endParaRPr lang="en-US" altLang="zh-CN" sz="12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2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设立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"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萌爪基金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"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：从营业额提取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3%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用于员工</a:t>
            </a:r>
            <a:r>
              <a:rPr lang="en-US" altLang="zh-CN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犬只意外保障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0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35962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7D1D1E-E05A-5578-E215-A40B7272D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161AA4-3CBF-1655-4154-1EF9ED601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45" y="6356350"/>
            <a:ext cx="401955" cy="365125"/>
          </a:xfrm>
        </p:spPr>
        <p:txBody>
          <a:bodyPr/>
          <a:lstStyle/>
          <a:p>
            <a:fld id="{9A0DB2DC-4C9A-4742-B13C-FB6460FD3503}" type="slidenum">
              <a:rPr lang="en-US" altLang="zh-CN" smtClean="0">
                <a:latin typeface="Bebas" pitchFamily="2" charset="0"/>
                <a:cs typeface="G8321 Medium" panose="00000605000000000000" charset="0"/>
              </a:rPr>
              <a:t>34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F08A77-40AB-66FE-E5C9-3546AEC851E5}"/>
              </a:ext>
            </a:extLst>
          </p:cNvPr>
          <p:cNvSpPr/>
          <p:nvPr/>
        </p:nvSpPr>
        <p:spPr>
          <a:xfrm>
            <a:off x="635" y="0"/>
            <a:ext cx="12191365" cy="6857365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BDBF8FB-7641-7D97-E045-A704890152D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926983" y="198734"/>
            <a:ext cx="2937510" cy="4432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zh-CN" altLang="en-US" sz="2400" b="1" dirty="0">
                <a:latin typeface="Bebas" pitchFamily="2" charset="0"/>
                <a:ea typeface="MiSans Normal" pitchFamily="2" charset="-122"/>
                <a:cs typeface="G8321 Bold" panose="00000805000000000000" charset="0"/>
              </a:rPr>
              <a:t>成本核算</a:t>
            </a:r>
            <a:endParaRPr lang="en-US" altLang="zh-CN" sz="2400" b="1" dirty="0">
              <a:latin typeface="Bebas" pitchFamily="2" charset="0"/>
              <a:ea typeface="MiSans Normal" pitchFamily="2" charset="-122"/>
              <a:cs typeface="G8321 Bold" panose="00000805000000000000" charset="0"/>
            </a:endParaRPr>
          </a:p>
        </p:txBody>
      </p:sp>
      <p:sp>
        <p:nvSpPr>
          <p:cNvPr id="8" name="任意多边形 13">
            <a:extLst>
              <a:ext uri="{FF2B5EF4-FFF2-40B4-BE49-F238E27FC236}">
                <a16:creationId xmlns:a16="http://schemas.microsoft.com/office/drawing/2014/main" id="{E5AFA9F9-1D72-110D-F66F-B90DD79A415F}"/>
              </a:ext>
            </a:extLst>
          </p:cNvPr>
          <p:cNvSpPr/>
          <p:nvPr/>
        </p:nvSpPr>
        <p:spPr>
          <a:xfrm>
            <a:off x="211338" y="103464"/>
            <a:ext cx="3653155" cy="633771"/>
          </a:xfrm>
          <a:custGeom>
            <a:avLst/>
            <a:gdLst>
              <a:gd name="connsiteX0" fmla="*/ 0 w 5753"/>
              <a:gd name="connsiteY0" fmla="*/ 735 h 998"/>
              <a:gd name="connsiteX1" fmla="*/ 776 w 5753"/>
              <a:gd name="connsiteY1" fmla="*/ 818 h 998"/>
              <a:gd name="connsiteX2" fmla="*/ 1137 w 5753"/>
              <a:gd name="connsiteY2" fmla="*/ 0 h 998"/>
              <a:gd name="connsiteX3" fmla="*/ 1400 w 5753"/>
              <a:gd name="connsiteY3" fmla="*/ 859 h 998"/>
              <a:gd name="connsiteX4" fmla="*/ 3244 w 5753"/>
              <a:gd name="connsiteY4" fmla="*/ 846 h 998"/>
              <a:gd name="connsiteX5" fmla="*/ 5753 w 5753"/>
              <a:gd name="connsiteY5" fmla="*/ 998 h 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53" h="998">
                <a:moveTo>
                  <a:pt x="0" y="735"/>
                </a:moveTo>
                <a:cubicBezTo>
                  <a:pt x="149" y="762"/>
                  <a:pt x="557" y="901"/>
                  <a:pt x="776" y="818"/>
                </a:cubicBezTo>
                <a:cubicBezTo>
                  <a:pt x="995" y="735"/>
                  <a:pt x="1012" y="-8"/>
                  <a:pt x="1137" y="0"/>
                </a:cubicBezTo>
                <a:cubicBezTo>
                  <a:pt x="1262" y="8"/>
                  <a:pt x="970" y="754"/>
                  <a:pt x="1400" y="859"/>
                </a:cubicBezTo>
                <a:cubicBezTo>
                  <a:pt x="1830" y="964"/>
                  <a:pt x="2373" y="818"/>
                  <a:pt x="3244" y="846"/>
                </a:cubicBezTo>
                <a:cubicBezTo>
                  <a:pt x="4115" y="874"/>
                  <a:pt x="5288" y="967"/>
                  <a:pt x="5753" y="998"/>
                </a:cubicBezTo>
              </a:path>
            </a:pathLst>
          </a:custGeom>
          <a:noFill/>
          <a:ln>
            <a:solidFill>
              <a:srgbClr val="CE854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C0E5B4A3-7BEA-B2D2-0FC3-6D25F1080A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4062432"/>
              </p:ext>
            </p:extLst>
          </p:nvPr>
        </p:nvGraphicFramePr>
        <p:xfrm>
          <a:off x="2032000" y="1943100"/>
          <a:ext cx="8128000" cy="370840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740928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837814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项目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费用（元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年）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4825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lt"/>
                        </a:rPr>
                        <a:t>特许经营许可证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￥</a:t>
                      </a:r>
                      <a:r>
                        <a:rPr lang="en-US" altLang="zh-CN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6,000</a:t>
                      </a:r>
                      <a:r>
                        <a:rPr lang="zh-CN" alt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（宠物互动类目）</a:t>
                      </a:r>
                      <a:endParaRPr lang="zh-CN" altLang="en-US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350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lt"/>
                        </a:rPr>
                        <a:t>卫生年检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￥</a:t>
                      </a:r>
                      <a:r>
                        <a:rPr lang="en-US" altLang="zh-CN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2,400</a:t>
                      </a:r>
                      <a:endParaRPr lang="zh-CN" altLang="en-US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7712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lt"/>
                        </a:rPr>
                        <a:t>场地租金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￥</a:t>
                      </a:r>
                      <a:r>
                        <a:rPr lang="en-US" altLang="zh-CN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540,000</a:t>
                      </a:r>
                      <a:endParaRPr lang="zh-CN" altLang="en-US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436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装修</a:t>
                      </a:r>
                      <a:endParaRPr lang="zh-CN" altLang="en-US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￥</a:t>
                      </a:r>
                      <a:r>
                        <a:rPr lang="en-US" altLang="zh-CN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150,000</a:t>
                      </a:r>
                      <a:endParaRPr lang="zh-CN" altLang="en-US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6679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lt"/>
                        </a:rPr>
                        <a:t>设备投入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lt"/>
                        </a:rPr>
                        <a:t>￥</a:t>
                      </a:r>
                      <a:r>
                        <a:rPr lang="en-US" altLang="zh-CN" sz="1600" dirty="0">
                          <a:latin typeface="+mn-lt"/>
                        </a:rPr>
                        <a:t>36,000</a:t>
                      </a:r>
                      <a:endParaRPr lang="zh-CN" altLang="en-US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5850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lt"/>
                        </a:rPr>
                        <a:t>人力配置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￥</a:t>
                      </a:r>
                      <a:r>
                        <a:rPr lang="en-US" altLang="zh-CN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400,000</a:t>
                      </a:r>
                      <a:endParaRPr lang="zh-CN" altLang="en-US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474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lt"/>
                        </a:rPr>
                        <a:t>活体成本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￥</a:t>
                      </a:r>
                      <a:r>
                        <a:rPr lang="en-US" altLang="zh-CN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300,000</a:t>
                      </a:r>
                      <a:endParaRPr lang="zh-CN" altLang="en-US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801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lt"/>
                        </a:rPr>
                        <a:t>风险准备金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lt"/>
                        </a:rPr>
                        <a:t>营收</a:t>
                      </a:r>
                      <a:r>
                        <a:rPr lang="en-US" altLang="zh-CN" sz="1600" dirty="0">
                          <a:latin typeface="+mn-lt"/>
                        </a:rPr>
                        <a:t>5%</a:t>
                      </a:r>
                      <a:endParaRPr lang="zh-CN" altLang="en-US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6513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lt"/>
                        </a:rPr>
                        <a:t>合计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约￥</a:t>
                      </a:r>
                      <a:r>
                        <a:rPr lang="en-US" altLang="zh-CN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1500,000</a:t>
                      </a:r>
                      <a:endParaRPr lang="zh-CN" altLang="en-US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6312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74756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接连接符 10"/>
          <p:cNvCxnSpPr/>
          <p:nvPr>
            <p:custDataLst>
              <p:tags r:id="rId1"/>
            </p:custDataLst>
          </p:nvPr>
        </p:nvCxnSpPr>
        <p:spPr>
          <a:xfrm>
            <a:off x="857885" y="1003935"/>
            <a:ext cx="10325100" cy="31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771525" y="289430"/>
            <a:ext cx="2152015" cy="7804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en-US" altLang="zh-CN" sz="5400" dirty="0">
                <a:solidFill>
                  <a:schemeClr val="tx1"/>
                </a:solidFill>
                <a:latin typeface="Bebas" pitchFamily="2" charset="0"/>
                <a:ea typeface="MiSans Normal" pitchFamily="2" charset="-122"/>
                <a:cs typeface="G8321 SemiBold" panose="00000705000000000000" charset="0"/>
              </a:rPr>
              <a:t>VI</a:t>
            </a:r>
          </a:p>
        </p:txBody>
      </p:sp>
      <p:sp>
        <p:nvSpPr>
          <p:cNvPr id="28" name="文本框 27"/>
          <p:cNvSpPr txBox="1"/>
          <p:nvPr>
            <p:custDataLst>
              <p:tags r:id="rId3"/>
            </p:custDataLst>
          </p:nvPr>
        </p:nvSpPr>
        <p:spPr>
          <a:xfrm>
            <a:off x="9854565" y="588010"/>
            <a:ext cx="1369695" cy="2730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000" dirty="0">
                <a:latin typeface="Bebas" pitchFamily="2" charset="0"/>
                <a:ea typeface="MiSans Normal" pitchFamily="2" charset="-122"/>
                <a:cs typeface="G8321 SemiBold" panose="00000705000000000000" charset="0"/>
              </a:rPr>
              <a:t>Visual Identity</a:t>
            </a:r>
            <a:endParaRPr lang="en-US" altLang="zh-CN" sz="1000" dirty="0">
              <a:solidFill>
                <a:schemeClr val="tx1"/>
              </a:solidFill>
              <a:latin typeface="Bebas" pitchFamily="2" charset="0"/>
              <a:ea typeface="MiSans Normal" pitchFamily="2" charset="-122"/>
              <a:cs typeface="G8321 SemiBold" panose="00000705000000000000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4"/>
            </p:custDataLst>
          </p:nvPr>
        </p:nvSpPr>
        <p:spPr>
          <a:xfrm>
            <a:off x="3879215" y="5788025"/>
            <a:ext cx="1351915" cy="438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latin typeface="MiSans Normal" pitchFamily="2" charset="-122"/>
                <a:ea typeface="MiSans Normal" pitchFamily="2" charset="-122"/>
                <a:cs typeface="思源黑体 Light" panose="020B0300000000000000" charset="-122"/>
              </a:rPr>
              <a:t>视觉设计</a:t>
            </a:r>
            <a:endParaRPr lang="zh-CN" altLang="en-US" sz="1400" dirty="0">
              <a:solidFill>
                <a:schemeClr val="tx1"/>
              </a:solidFill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5"/>
            </p:custDataLst>
          </p:nvPr>
        </p:nvSpPr>
        <p:spPr>
          <a:xfrm>
            <a:off x="9468421" y="5763260"/>
            <a:ext cx="1139825" cy="431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2400" dirty="0">
                <a:solidFill>
                  <a:schemeClr val="tx1"/>
                </a:solidFill>
                <a:latin typeface="Bebas" pitchFamily="2" charset="0"/>
                <a:ea typeface="MiSans Normal" pitchFamily="2" charset="-122"/>
                <a:cs typeface="G8321 Medium" panose="00000605000000000000" charset="0"/>
              </a:rPr>
              <a:t>主题色</a:t>
            </a:r>
            <a:endParaRPr lang="en-US" altLang="zh-CN" sz="2400" dirty="0">
              <a:solidFill>
                <a:schemeClr val="tx1"/>
              </a:solidFill>
              <a:latin typeface="Bebas" pitchFamily="2" charset="0"/>
              <a:ea typeface="MiSans Normal" pitchFamily="2" charset="-122"/>
              <a:cs typeface="G8321 Medium" panose="00000605000000000000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6"/>
            </p:custDataLst>
          </p:nvPr>
        </p:nvCxnSpPr>
        <p:spPr>
          <a:xfrm>
            <a:off x="857885" y="6298565"/>
            <a:ext cx="10325100" cy="317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771525" y="5766435"/>
            <a:ext cx="3228975" cy="4597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2400" dirty="0">
                <a:solidFill>
                  <a:srgbClr val="102EA0"/>
                </a:solidFill>
                <a:latin typeface="Bebas" pitchFamily="2" charset="0"/>
                <a:ea typeface="MiSans Normal" pitchFamily="2" charset="-122"/>
                <a:cs typeface="G8321 Bold" panose="00000805000000000000" charset="0"/>
              </a:rPr>
              <a:t>Visual Identity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1013440" y="6356350"/>
            <a:ext cx="340360" cy="365125"/>
          </a:xfrm>
        </p:spPr>
        <p:txBody>
          <a:bodyPr/>
          <a:lstStyle/>
          <a:p>
            <a:fld id="{9A0DB2DC-4C9A-4742-B13C-FB6460FD3503}" type="slidenum">
              <a:rPr lang="en-US" altLang="zh-CN" smtClean="0">
                <a:latin typeface="Bebas" pitchFamily="2" charset="0"/>
                <a:cs typeface="G8321 Medium" panose="00000605000000000000" charset="0"/>
              </a:rPr>
              <a:t>35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35" y="0"/>
            <a:ext cx="12191365" cy="6857365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322FC09B-FD9B-FEBD-4C20-861DBC6988E6}"/>
              </a:ext>
            </a:extLst>
          </p:cNvPr>
          <p:cNvSpPr/>
          <p:nvPr/>
        </p:nvSpPr>
        <p:spPr>
          <a:xfrm>
            <a:off x="8254482" y="1990531"/>
            <a:ext cx="1338580" cy="1250302"/>
          </a:xfrm>
          <a:prstGeom prst="ellipse">
            <a:avLst/>
          </a:prstGeom>
          <a:solidFill>
            <a:srgbClr val="FFE2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9D43E65D-2F7C-D3F1-D2DF-435F0CE94BC7}"/>
              </a:ext>
            </a:extLst>
          </p:cNvPr>
          <p:cNvSpPr/>
          <p:nvPr/>
        </p:nvSpPr>
        <p:spPr>
          <a:xfrm>
            <a:off x="10294776" y="3240833"/>
            <a:ext cx="1369695" cy="1247127"/>
          </a:xfrm>
          <a:prstGeom prst="ellipse">
            <a:avLst/>
          </a:prstGeom>
          <a:solidFill>
            <a:srgbClr val="CE85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76038104-F5B0-8686-90A4-0A820D503E6A}"/>
              </a:ext>
            </a:extLst>
          </p:cNvPr>
          <p:cNvSpPr/>
          <p:nvPr/>
        </p:nvSpPr>
        <p:spPr>
          <a:xfrm>
            <a:off x="7912100" y="4487960"/>
            <a:ext cx="1338580" cy="125498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B721419-E6C8-F4CD-5C11-EEA9610A46B9}"/>
              </a:ext>
            </a:extLst>
          </p:cNvPr>
          <p:cNvSpPr txBox="1"/>
          <p:nvPr/>
        </p:nvSpPr>
        <p:spPr>
          <a:xfrm>
            <a:off x="8369935" y="2407298"/>
            <a:ext cx="1128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#FFE291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0BABE3A-4F31-BE49-9306-5C4A7C4CA04A}"/>
              </a:ext>
            </a:extLst>
          </p:cNvPr>
          <p:cNvSpPr txBox="1"/>
          <p:nvPr/>
        </p:nvSpPr>
        <p:spPr>
          <a:xfrm>
            <a:off x="10388082" y="3707363"/>
            <a:ext cx="118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#CE8540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5CAF386-84DE-71FA-37DB-4EF676FE5794}"/>
              </a:ext>
            </a:extLst>
          </p:cNvPr>
          <p:cNvSpPr txBox="1"/>
          <p:nvPr/>
        </p:nvSpPr>
        <p:spPr>
          <a:xfrm>
            <a:off x="8006599" y="4942532"/>
            <a:ext cx="1244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#181107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79062401-D9F1-7C53-43D8-5CFCF7887EF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140" y="1810665"/>
            <a:ext cx="2243027" cy="3174166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FD399195-6DC3-805D-2652-B9A69E9A12A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7667" y="1823085"/>
            <a:ext cx="2218677" cy="3161746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E638B6F5-DEC7-4346-75D5-A92DF66169B7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8844" y="1823086"/>
            <a:ext cx="2272509" cy="316174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1B5A1C-4CC0-7A2B-7201-D8D7A4652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DAFC07F-C5CB-F681-5D0C-E13CA7DBE574}"/>
              </a:ext>
            </a:extLst>
          </p:cNvPr>
          <p:cNvSpPr/>
          <p:nvPr/>
        </p:nvSpPr>
        <p:spPr>
          <a:xfrm>
            <a:off x="635" y="0"/>
            <a:ext cx="12191365" cy="6857365"/>
          </a:xfrm>
          <a:prstGeom prst="rect">
            <a:avLst/>
          </a:prstGeom>
          <a:noFill/>
          <a:ln w="571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124916E-D762-B550-0D00-7B67040FD88E}"/>
              </a:ext>
            </a:extLst>
          </p:cNvPr>
          <p:cNvSpPr/>
          <p:nvPr/>
        </p:nvSpPr>
        <p:spPr>
          <a:xfrm>
            <a:off x="3751262" y="1476057"/>
            <a:ext cx="5781040" cy="140779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prstTxWarp prst="textPlain">
              <a:avLst/>
            </a:prstTxWarp>
            <a:noAutofit/>
          </a:bodyPr>
          <a:lstStyle/>
          <a:p>
            <a:pPr algn="ctr"/>
            <a:endParaRPr lang="en-US" altLang="zh-CN" sz="7200">
              <a:solidFill>
                <a:srgbClr val="102EA0"/>
              </a:solidFill>
              <a:effectLst/>
              <a:latin typeface="Bebas" pitchFamily="2" charset="0"/>
              <a:ea typeface="MiSans Normal" pitchFamily="2" charset="-122"/>
              <a:cs typeface="G8321 SemiBold" panose="00000705000000000000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22CCAB8-833F-5F7B-28D2-08901C56C0F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174893" y="4685070"/>
            <a:ext cx="1536425" cy="8197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dirty="0">
                <a:solidFill>
                  <a:srgbClr val="CE8540"/>
                </a:solidFill>
                <a:latin typeface="Estrada Signature" panose="02000600000000000000" pitchFamily="2" charset="0"/>
                <a:ea typeface="MiSans Normal" pitchFamily="2" charset="-122"/>
              </a:rPr>
              <a:t>THANKS</a:t>
            </a:r>
            <a:endParaRPr lang="zh-CN" altLang="en-US" sz="3200" dirty="0">
              <a:solidFill>
                <a:srgbClr val="CE8540"/>
              </a:solidFill>
              <a:latin typeface="Estrada Signature" panose="02000600000000000000" pitchFamily="2" charset="0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C33EEBA-528E-6C4A-752A-D8E7E403D34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91171" y="365974"/>
            <a:ext cx="17202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400" b="1" dirty="0">
                <a:latin typeface="MiSans Semibold" pitchFamily="2" charset="-122"/>
                <a:ea typeface="MiSans Semibold" pitchFamily="2" charset="-122"/>
                <a:cs typeface="思源黑体" panose="020B0500000000000000" charset="-122"/>
              </a:rPr>
              <a:t>于思源  毛锦浩</a:t>
            </a:r>
            <a:endParaRPr lang="en-US" altLang="zh-CN" sz="1400" b="1" dirty="0">
              <a:latin typeface="MiSans Semibold" pitchFamily="2" charset="-122"/>
              <a:ea typeface="MiSans Semibold" pitchFamily="2" charset="-122"/>
              <a:cs typeface="思源黑体" panose="020B0500000000000000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AC859472-0045-B004-D5A6-31987964CA7F}"/>
              </a:ext>
            </a:extLst>
          </p:cNvPr>
          <p:cNvSpPr/>
          <p:nvPr/>
        </p:nvSpPr>
        <p:spPr>
          <a:xfrm>
            <a:off x="445135" y="482081"/>
            <a:ext cx="75565" cy="75565"/>
          </a:xfrm>
          <a:prstGeom prst="ellipse">
            <a:avLst/>
          </a:prstGeom>
          <a:solidFill>
            <a:srgbClr val="FFE291"/>
          </a:solidFill>
          <a:ln>
            <a:solidFill>
              <a:srgbClr val="CE854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  <a:cs typeface="思源黑体 Light" panose="020B0300000000000000" charset="-122"/>
            </a:endParaRPr>
          </a:p>
        </p:txBody>
      </p:sp>
      <p:sp>
        <p:nvSpPr>
          <p:cNvPr id="16" name="图形 9">
            <a:extLst>
              <a:ext uri="{FF2B5EF4-FFF2-40B4-BE49-F238E27FC236}">
                <a16:creationId xmlns:a16="http://schemas.microsoft.com/office/drawing/2014/main" id="{60802577-28D7-4139-FD2F-BA30335E29AA}"/>
              </a:ext>
            </a:extLst>
          </p:cNvPr>
          <p:cNvSpPr/>
          <p:nvPr/>
        </p:nvSpPr>
        <p:spPr>
          <a:xfrm>
            <a:off x="-636" y="5531311"/>
            <a:ext cx="12192001" cy="1229459"/>
          </a:xfrm>
          <a:custGeom>
            <a:avLst/>
            <a:gdLst>
              <a:gd name="connsiteX0" fmla="*/ 42037 w 13496038"/>
              <a:gd name="connsiteY0" fmla="*/ 899617 h 5086325"/>
              <a:gd name="connsiteX1" fmla="*/ 404 w 13496038"/>
              <a:gd name="connsiteY1" fmla="*/ 1106386 h 5086325"/>
              <a:gd name="connsiteX2" fmla="*/ 20058 w 13496038"/>
              <a:gd name="connsiteY2" fmla="*/ 1293368 h 5086325"/>
              <a:gd name="connsiteX3" fmla="*/ 392163 w 13496038"/>
              <a:gd name="connsiteY3" fmla="*/ 1714343 h 5086325"/>
              <a:gd name="connsiteX4" fmla="*/ 769381 w 13496038"/>
              <a:gd name="connsiteY4" fmla="*/ 1726760 h 5086325"/>
              <a:gd name="connsiteX5" fmla="*/ 1231789 w 13496038"/>
              <a:gd name="connsiteY5" fmla="*/ 1262227 h 5086325"/>
              <a:gd name="connsiteX6" fmla="*/ 1357617 w 13496038"/>
              <a:gd name="connsiteY6" fmla="*/ 967411 h 5086325"/>
              <a:gd name="connsiteX7" fmla="*/ 1636629 w 13496038"/>
              <a:gd name="connsiteY7" fmla="*/ 735676 h 5086325"/>
              <a:gd name="connsiteX8" fmla="*/ 1973343 w 13496038"/>
              <a:gd name="connsiteY8" fmla="*/ 743312 h 5086325"/>
              <a:gd name="connsiteX9" fmla="*/ 2090007 w 13496038"/>
              <a:gd name="connsiteY9" fmla="*/ 1025046 h 5086325"/>
              <a:gd name="connsiteX10" fmla="*/ 1760066 w 13496038"/>
              <a:gd name="connsiteY10" fmla="*/ 1602393 h 5086325"/>
              <a:gd name="connsiteX11" fmla="*/ 1644730 w 13496038"/>
              <a:gd name="connsiteY11" fmla="*/ 2052318 h 5086325"/>
              <a:gd name="connsiteX12" fmla="*/ 1959067 w 13496038"/>
              <a:gd name="connsiteY12" fmla="*/ 2763992 h 5086325"/>
              <a:gd name="connsiteX13" fmla="*/ 2968211 w 13496038"/>
              <a:gd name="connsiteY13" fmla="*/ 2645734 h 5086325"/>
              <a:gd name="connsiteX14" fmla="*/ 3455520 w 13496038"/>
              <a:gd name="connsiteY14" fmla="*/ 2041694 h 5086325"/>
              <a:gd name="connsiteX15" fmla="*/ 3863945 w 13496038"/>
              <a:gd name="connsiteY15" fmla="*/ 1159506 h 5086325"/>
              <a:gd name="connsiteX16" fmla="*/ 4566655 w 13496038"/>
              <a:gd name="connsiteY16" fmla="*/ 391592 h 5086325"/>
              <a:gd name="connsiteX17" fmla="*/ 6624983 w 13496038"/>
              <a:gd name="connsiteY17" fmla="*/ 85754 h 5086325"/>
              <a:gd name="connsiteX18" fmla="*/ 7153194 w 13496038"/>
              <a:gd name="connsiteY18" fmla="*/ 370078 h 5086325"/>
              <a:gd name="connsiteX19" fmla="*/ 7659294 w 13496038"/>
              <a:gd name="connsiteY19" fmla="*/ 1308374 h 5086325"/>
              <a:gd name="connsiteX20" fmla="*/ 6722790 w 13496038"/>
              <a:gd name="connsiteY20" fmla="*/ 2747458 h 5086325"/>
              <a:gd name="connsiteX21" fmla="*/ 6118552 w 13496038"/>
              <a:gd name="connsiteY21" fmla="*/ 3360595 h 5086325"/>
              <a:gd name="connsiteX22" fmla="*/ 5918555 w 13496038"/>
              <a:gd name="connsiteY22" fmla="*/ 4206794 h 5086325"/>
              <a:gd name="connsiteX23" fmla="*/ 6748022 w 13496038"/>
              <a:gd name="connsiteY23" fmla="*/ 4947949 h 5086325"/>
              <a:gd name="connsiteX24" fmla="*/ 11105644 w 13496038"/>
              <a:gd name="connsiteY24" fmla="*/ 3188221 h 5086325"/>
              <a:gd name="connsiteX25" fmla="*/ 11331537 w 13496038"/>
              <a:gd name="connsiteY25" fmla="*/ 3017639 h 5086325"/>
              <a:gd name="connsiteX26" fmla="*/ 13496039 w 13496038"/>
              <a:gd name="connsiteY26" fmla="*/ 3162789 h 5086325"/>
              <a:gd name="connsiteX0" fmla="*/ 1496 w 13617451"/>
              <a:gd name="connsiteY0" fmla="*/ 852381 h 5086325"/>
              <a:gd name="connsiteX1" fmla="*/ 121816 w 13617451"/>
              <a:gd name="connsiteY1" fmla="*/ 1106386 h 5086325"/>
              <a:gd name="connsiteX2" fmla="*/ 141470 w 13617451"/>
              <a:gd name="connsiteY2" fmla="*/ 1293368 h 5086325"/>
              <a:gd name="connsiteX3" fmla="*/ 513575 w 13617451"/>
              <a:gd name="connsiteY3" fmla="*/ 1714343 h 5086325"/>
              <a:gd name="connsiteX4" fmla="*/ 890793 w 13617451"/>
              <a:gd name="connsiteY4" fmla="*/ 1726760 h 5086325"/>
              <a:gd name="connsiteX5" fmla="*/ 1353201 w 13617451"/>
              <a:gd name="connsiteY5" fmla="*/ 1262227 h 5086325"/>
              <a:gd name="connsiteX6" fmla="*/ 1479029 w 13617451"/>
              <a:gd name="connsiteY6" fmla="*/ 967411 h 5086325"/>
              <a:gd name="connsiteX7" fmla="*/ 1758041 w 13617451"/>
              <a:gd name="connsiteY7" fmla="*/ 735676 h 5086325"/>
              <a:gd name="connsiteX8" fmla="*/ 2094755 w 13617451"/>
              <a:gd name="connsiteY8" fmla="*/ 743312 h 5086325"/>
              <a:gd name="connsiteX9" fmla="*/ 2211419 w 13617451"/>
              <a:gd name="connsiteY9" fmla="*/ 1025046 h 5086325"/>
              <a:gd name="connsiteX10" fmla="*/ 1881478 w 13617451"/>
              <a:gd name="connsiteY10" fmla="*/ 1602393 h 5086325"/>
              <a:gd name="connsiteX11" fmla="*/ 1766142 w 13617451"/>
              <a:gd name="connsiteY11" fmla="*/ 2052318 h 5086325"/>
              <a:gd name="connsiteX12" fmla="*/ 2080479 w 13617451"/>
              <a:gd name="connsiteY12" fmla="*/ 2763992 h 5086325"/>
              <a:gd name="connsiteX13" fmla="*/ 3089623 w 13617451"/>
              <a:gd name="connsiteY13" fmla="*/ 2645734 h 5086325"/>
              <a:gd name="connsiteX14" fmla="*/ 3576932 w 13617451"/>
              <a:gd name="connsiteY14" fmla="*/ 2041694 h 5086325"/>
              <a:gd name="connsiteX15" fmla="*/ 3985357 w 13617451"/>
              <a:gd name="connsiteY15" fmla="*/ 1159506 h 5086325"/>
              <a:gd name="connsiteX16" fmla="*/ 4688067 w 13617451"/>
              <a:gd name="connsiteY16" fmla="*/ 391592 h 5086325"/>
              <a:gd name="connsiteX17" fmla="*/ 6746395 w 13617451"/>
              <a:gd name="connsiteY17" fmla="*/ 85754 h 5086325"/>
              <a:gd name="connsiteX18" fmla="*/ 7274606 w 13617451"/>
              <a:gd name="connsiteY18" fmla="*/ 370078 h 5086325"/>
              <a:gd name="connsiteX19" fmla="*/ 7780706 w 13617451"/>
              <a:gd name="connsiteY19" fmla="*/ 1308374 h 5086325"/>
              <a:gd name="connsiteX20" fmla="*/ 6844202 w 13617451"/>
              <a:gd name="connsiteY20" fmla="*/ 2747458 h 5086325"/>
              <a:gd name="connsiteX21" fmla="*/ 6239964 w 13617451"/>
              <a:gd name="connsiteY21" fmla="*/ 3360595 h 5086325"/>
              <a:gd name="connsiteX22" fmla="*/ 6039967 w 13617451"/>
              <a:gd name="connsiteY22" fmla="*/ 4206794 h 5086325"/>
              <a:gd name="connsiteX23" fmla="*/ 6869434 w 13617451"/>
              <a:gd name="connsiteY23" fmla="*/ 4947949 h 5086325"/>
              <a:gd name="connsiteX24" fmla="*/ 11227056 w 13617451"/>
              <a:gd name="connsiteY24" fmla="*/ 3188221 h 5086325"/>
              <a:gd name="connsiteX25" fmla="*/ 11452949 w 13617451"/>
              <a:gd name="connsiteY25" fmla="*/ 3017639 h 5086325"/>
              <a:gd name="connsiteX26" fmla="*/ 13617451 w 13617451"/>
              <a:gd name="connsiteY26" fmla="*/ 3162789 h 5086325"/>
              <a:gd name="connsiteX0" fmla="*/ 21792 w 13496039"/>
              <a:gd name="connsiteY0" fmla="*/ 940106 h 5086325"/>
              <a:gd name="connsiteX1" fmla="*/ 404 w 13496039"/>
              <a:gd name="connsiteY1" fmla="*/ 1106386 h 5086325"/>
              <a:gd name="connsiteX2" fmla="*/ 20058 w 13496039"/>
              <a:gd name="connsiteY2" fmla="*/ 1293368 h 5086325"/>
              <a:gd name="connsiteX3" fmla="*/ 392163 w 13496039"/>
              <a:gd name="connsiteY3" fmla="*/ 1714343 h 5086325"/>
              <a:gd name="connsiteX4" fmla="*/ 769381 w 13496039"/>
              <a:gd name="connsiteY4" fmla="*/ 1726760 h 5086325"/>
              <a:gd name="connsiteX5" fmla="*/ 1231789 w 13496039"/>
              <a:gd name="connsiteY5" fmla="*/ 1262227 h 5086325"/>
              <a:gd name="connsiteX6" fmla="*/ 1357617 w 13496039"/>
              <a:gd name="connsiteY6" fmla="*/ 967411 h 5086325"/>
              <a:gd name="connsiteX7" fmla="*/ 1636629 w 13496039"/>
              <a:gd name="connsiteY7" fmla="*/ 735676 h 5086325"/>
              <a:gd name="connsiteX8" fmla="*/ 1973343 w 13496039"/>
              <a:gd name="connsiteY8" fmla="*/ 743312 h 5086325"/>
              <a:gd name="connsiteX9" fmla="*/ 2090007 w 13496039"/>
              <a:gd name="connsiteY9" fmla="*/ 1025046 h 5086325"/>
              <a:gd name="connsiteX10" fmla="*/ 1760066 w 13496039"/>
              <a:gd name="connsiteY10" fmla="*/ 1602393 h 5086325"/>
              <a:gd name="connsiteX11" fmla="*/ 1644730 w 13496039"/>
              <a:gd name="connsiteY11" fmla="*/ 2052318 h 5086325"/>
              <a:gd name="connsiteX12" fmla="*/ 1959067 w 13496039"/>
              <a:gd name="connsiteY12" fmla="*/ 2763992 h 5086325"/>
              <a:gd name="connsiteX13" fmla="*/ 2968211 w 13496039"/>
              <a:gd name="connsiteY13" fmla="*/ 2645734 h 5086325"/>
              <a:gd name="connsiteX14" fmla="*/ 3455520 w 13496039"/>
              <a:gd name="connsiteY14" fmla="*/ 2041694 h 5086325"/>
              <a:gd name="connsiteX15" fmla="*/ 3863945 w 13496039"/>
              <a:gd name="connsiteY15" fmla="*/ 1159506 h 5086325"/>
              <a:gd name="connsiteX16" fmla="*/ 4566655 w 13496039"/>
              <a:gd name="connsiteY16" fmla="*/ 391592 h 5086325"/>
              <a:gd name="connsiteX17" fmla="*/ 6624983 w 13496039"/>
              <a:gd name="connsiteY17" fmla="*/ 85754 h 5086325"/>
              <a:gd name="connsiteX18" fmla="*/ 7153194 w 13496039"/>
              <a:gd name="connsiteY18" fmla="*/ 370078 h 5086325"/>
              <a:gd name="connsiteX19" fmla="*/ 7659294 w 13496039"/>
              <a:gd name="connsiteY19" fmla="*/ 1308374 h 5086325"/>
              <a:gd name="connsiteX20" fmla="*/ 6722790 w 13496039"/>
              <a:gd name="connsiteY20" fmla="*/ 2747458 h 5086325"/>
              <a:gd name="connsiteX21" fmla="*/ 6118552 w 13496039"/>
              <a:gd name="connsiteY21" fmla="*/ 3360595 h 5086325"/>
              <a:gd name="connsiteX22" fmla="*/ 5918555 w 13496039"/>
              <a:gd name="connsiteY22" fmla="*/ 4206794 h 5086325"/>
              <a:gd name="connsiteX23" fmla="*/ 6748022 w 13496039"/>
              <a:gd name="connsiteY23" fmla="*/ 4947949 h 5086325"/>
              <a:gd name="connsiteX24" fmla="*/ 11105644 w 13496039"/>
              <a:gd name="connsiteY24" fmla="*/ 3188221 h 5086325"/>
              <a:gd name="connsiteX25" fmla="*/ 11331537 w 13496039"/>
              <a:gd name="connsiteY25" fmla="*/ 3017639 h 5086325"/>
              <a:gd name="connsiteX26" fmla="*/ 13496039 w 13496039"/>
              <a:gd name="connsiteY26" fmla="*/ 3162789 h 5086325"/>
              <a:gd name="connsiteX0" fmla="*/ 21792 w 13496039"/>
              <a:gd name="connsiteY0" fmla="*/ 940106 h 5086325"/>
              <a:gd name="connsiteX1" fmla="*/ 404 w 13496039"/>
              <a:gd name="connsiteY1" fmla="*/ 1106386 h 5086325"/>
              <a:gd name="connsiteX2" fmla="*/ 20058 w 13496039"/>
              <a:gd name="connsiteY2" fmla="*/ 1293368 h 5086325"/>
              <a:gd name="connsiteX3" fmla="*/ 392163 w 13496039"/>
              <a:gd name="connsiteY3" fmla="*/ 1714343 h 5086325"/>
              <a:gd name="connsiteX4" fmla="*/ 769381 w 13496039"/>
              <a:gd name="connsiteY4" fmla="*/ 1726760 h 5086325"/>
              <a:gd name="connsiteX5" fmla="*/ 1231789 w 13496039"/>
              <a:gd name="connsiteY5" fmla="*/ 1262227 h 5086325"/>
              <a:gd name="connsiteX6" fmla="*/ 1357617 w 13496039"/>
              <a:gd name="connsiteY6" fmla="*/ 967411 h 5086325"/>
              <a:gd name="connsiteX7" fmla="*/ 1636629 w 13496039"/>
              <a:gd name="connsiteY7" fmla="*/ 735676 h 5086325"/>
              <a:gd name="connsiteX8" fmla="*/ 1973343 w 13496039"/>
              <a:gd name="connsiteY8" fmla="*/ 743312 h 5086325"/>
              <a:gd name="connsiteX9" fmla="*/ 2090007 w 13496039"/>
              <a:gd name="connsiteY9" fmla="*/ 1025046 h 5086325"/>
              <a:gd name="connsiteX10" fmla="*/ 1760066 w 13496039"/>
              <a:gd name="connsiteY10" fmla="*/ 1602393 h 5086325"/>
              <a:gd name="connsiteX11" fmla="*/ 1644730 w 13496039"/>
              <a:gd name="connsiteY11" fmla="*/ 2052318 h 5086325"/>
              <a:gd name="connsiteX12" fmla="*/ 1959067 w 13496039"/>
              <a:gd name="connsiteY12" fmla="*/ 2763992 h 5086325"/>
              <a:gd name="connsiteX13" fmla="*/ 2968211 w 13496039"/>
              <a:gd name="connsiteY13" fmla="*/ 2645734 h 5086325"/>
              <a:gd name="connsiteX14" fmla="*/ 3455520 w 13496039"/>
              <a:gd name="connsiteY14" fmla="*/ 2041694 h 5086325"/>
              <a:gd name="connsiteX15" fmla="*/ 3863945 w 13496039"/>
              <a:gd name="connsiteY15" fmla="*/ 1159506 h 5086325"/>
              <a:gd name="connsiteX16" fmla="*/ 4566655 w 13496039"/>
              <a:gd name="connsiteY16" fmla="*/ 391592 h 5086325"/>
              <a:gd name="connsiteX17" fmla="*/ 6624983 w 13496039"/>
              <a:gd name="connsiteY17" fmla="*/ 85754 h 5086325"/>
              <a:gd name="connsiteX18" fmla="*/ 7153194 w 13496039"/>
              <a:gd name="connsiteY18" fmla="*/ 370078 h 5086325"/>
              <a:gd name="connsiteX19" fmla="*/ 7659294 w 13496039"/>
              <a:gd name="connsiteY19" fmla="*/ 1308374 h 5086325"/>
              <a:gd name="connsiteX20" fmla="*/ 6722790 w 13496039"/>
              <a:gd name="connsiteY20" fmla="*/ 2747458 h 5086325"/>
              <a:gd name="connsiteX21" fmla="*/ 6118552 w 13496039"/>
              <a:gd name="connsiteY21" fmla="*/ 3360595 h 5086325"/>
              <a:gd name="connsiteX22" fmla="*/ 5918555 w 13496039"/>
              <a:gd name="connsiteY22" fmla="*/ 4206794 h 5086325"/>
              <a:gd name="connsiteX23" fmla="*/ 6748022 w 13496039"/>
              <a:gd name="connsiteY23" fmla="*/ 4947949 h 5086325"/>
              <a:gd name="connsiteX24" fmla="*/ 11105644 w 13496039"/>
              <a:gd name="connsiteY24" fmla="*/ 3188221 h 5086325"/>
              <a:gd name="connsiteX25" fmla="*/ 11331537 w 13496039"/>
              <a:gd name="connsiteY25" fmla="*/ 3017639 h 5086325"/>
              <a:gd name="connsiteX26" fmla="*/ 13496039 w 13496039"/>
              <a:gd name="connsiteY26" fmla="*/ 3162789 h 5086325"/>
              <a:gd name="connsiteX0" fmla="*/ 21792 w 13496039"/>
              <a:gd name="connsiteY0" fmla="*/ 940106 h 5116686"/>
              <a:gd name="connsiteX1" fmla="*/ 404 w 13496039"/>
              <a:gd name="connsiteY1" fmla="*/ 1106386 h 5116686"/>
              <a:gd name="connsiteX2" fmla="*/ 20058 w 13496039"/>
              <a:gd name="connsiteY2" fmla="*/ 1293368 h 5116686"/>
              <a:gd name="connsiteX3" fmla="*/ 392163 w 13496039"/>
              <a:gd name="connsiteY3" fmla="*/ 1714343 h 5116686"/>
              <a:gd name="connsiteX4" fmla="*/ 769381 w 13496039"/>
              <a:gd name="connsiteY4" fmla="*/ 1726760 h 5116686"/>
              <a:gd name="connsiteX5" fmla="*/ 1231789 w 13496039"/>
              <a:gd name="connsiteY5" fmla="*/ 1262227 h 5116686"/>
              <a:gd name="connsiteX6" fmla="*/ 1357617 w 13496039"/>
              <a:gd name="connsiteY6" fmla="*/ 967411 h 5116686"/>
              <a:gd name="connsiteX7" fmla="*/ 1636629 w 13496039"/>
              <a:gd name="connsiteY7" fmla="*/ 735676 h 5116686"/>
              <a:gd name="connsiteX8" fmla="*/ 1973343 w 13496039"/>
              <a:gd name="connsiteY8" fmla="*/ 743312 h 5116686"/>
              <a:gd name="connsiteX9" fmla="*/ 2090007 w 13496039"/>
              <a:gd name="connsiteY9" fmla="*/ 1025046 h 5116686"/>
              <a:gd name="connsiteX10" fmla="*/ 1760066 w 13496039"/>
              <a:gd name="connsiteY10" fmla="*/ 1602393 h 5116686"/>
              <a:gd name="connsiteX11" fmla="*/ 1644730 w 13496039"/>
              <a:gd name="connsiteY11" fmla="*/ 2052318 h 5116686"/>
              <a:gd name="connsiteX12" fmla="*/ 1959067 w 13496039"/>
              <a:gd name="connsiteY12" fmla="*/ 2763992 h 5116686"/>
              <a:gd name="connsiteX13" fmla="*/ 2968211 w 13496039"/>
              <a:gd name="connsiteY13" fmla="*/ 2645734 h 5116686"/>
              <a:gd name="connsiteX14" fmla="*/ 3455520 w 13496039"/>
              <a:gd name="connsiteY14" fmla="*/ 2041694 h 5116686"/>
              <a:gd name="connsiteX15" fmla="*/ 3863945 w 13496039"/>
              <a:gd name="connsiteY15" fmla="*/ 1159506 h 5116686"/>
              <a:gd name="connsiteX16" fmla="*/ 4566655 w 13496039"/>
              <a:gd name="connsiteY16" fmla="*/ 391592 h 5116686"/>
              <a:gd name="connsiteX17" fmla="*/ 6624983 w 13496039"/>
              <a:gd name="connsiteY17" fmla="*/ 85754 h 5116686"/>
              <a:gd name="connsiteX18" fmla="*/ 7153194 w 13496039"/>
              <a:gd name="connsiteY18" fmla="*/ 370078 h 5116686"/>
              <a:gd name="connsiteX19" fmla="*/ 7659294 w 13496039"/>
              <a:gd name="connsiteY19" fmla="*/ 1308374 h 5116686"/>
              <a:gd name="connsiteX20" fmla="*/ 6722790 w 13496039"/>
              <a:gd name="connsiteY20" fmla="*/ 2747458 h 5116686"/>
              <a:gd name="connsiteX21" fmla="*/ 6118552 w 13496039"/>
              <a:gd name="connsiteY21" fmla="*/ 3360595 h 5116686"/>
              <a:gd name="connsiteX22" fmla="*/ 5918555 w 13496039"/>
              <a:gd name="connsiteY22" fmla="*/ 4206794 h 5116686"/>
              <a:gd name="connsiteX23" fmla="*/ 6748022 w 13496039"/>
              <a:gd name="connsiteY23" fmla="*/ 4947949 h 5116686"/>
              <a:gd name="connsiteX24" fmla="*/ 11105644 w 13496039"/>
              <a:gd name="connsiteY24" fmla="*/ 3188221 h 5116686"/>
              <a:gd name="connsiteX25" fmla="*/ 11331537 w 13496039"/>
              <a:gd name="connsiteY25" fmla="*/ 3017639 h 5116686"/>
              <a:gd name="connsiteX26" fmla="*/ 13496039 w 13496039"/>
              <a:gd name="connsiteY26" fmla="*/ 3162789 h 5116686"/>
              <a:gd name="connsiteX0" fmla="*/ 21792 w 13496039"/>
              <a:gd name="connsiteY0" fmla="*/ 940106 h 5116685"/>
              <a:gd name="connsiteX1" fmla="*/ 404 w 13496039"/>
              <a:gd name="connsiteY1" fmla="*/ 1106386 h 5116685"/>
              <a:gd name="connsiteX2" fmla="*/ 20058 w 13496039"/>
              <a:gd name="connsiteY2" fmla="*/ 1293368 h 5116685"/>
              <a:gd name="connsiteX3" fmla="*/ 392163 w 13496039"/>
              <a:gd name="connsiteY3" fmla="*/ 1714343 h 5116685"/>
              <a:gd name="connsiteX4" fmla="*/ 769381 w 13496039"/>
              <a:gd name="connsiteY4" fmla="*/ 1726760 h 5116685"/>
              <a:gd name="connsiteX5" fmla="*/ 1231789 w 13496039"/>
              <a:gd name="connsiteY5" fmla="*/ 1262227 h 5116685"/>
              <a:gd name="connsiteX6" fmla="*/ 1357617 w 13496039"/>
              <a:gd name="connsiteY6" fmla="*/ 967411 h 5116685"/>
              <a:gd name="connsiteX7" fmla="*/ 1636629 w 13496039"/>
              <a:gd name="connsiteY7" fmla="*/ 735676 h 5116685"/>
              <a:gd name="connsiteX8" fmla="*/ 1973343 w 13496039"/>
              <a:gd name="connsiteY8" fmla="*/ 743312 h 5116685"/>
              <a:gd name="connsiteX9" fmla="*/ 2090007 w 13496039"/>
              <a:gd name="connsiteY9" fmla="*/ 1025046 h 5116685"/>
              <a:gd name="connsiteX10" fmla="*/ 1760066 w 13496039"/>
              <a:gd name="connsiteY10" fmla="*/ 1602393 h 5116685"/>
              <a:gd name="connsiteX11" fmla="*/ 1644730 w 13496039"/>
              <a:gd name="connsiteY11" fmla="*/ 2052318 h 5116685"/>
              <a:gd name="connsiteX12" fmla="*/ 1959067 w 13496039"/>
              <a:gd name="connsiteY12" fmla="*/ 2763992 h 5116685"/>
              <a:gd name="connsiteX13" fmla="*/ 2968211 w 13496039"/>
              <a:gd name="connsiteY13" fmla="*/ 2645734 h 5116685"/>
              <a:gd name="connsiteX14" fmla="*/ 3455520 w 13496039"/>
              <a:gd name="connsiteY14" fmla="*/ 2041694 h 5116685"/>
              <a:gd name="connsiteX15" fmla="*/ 3863945 w 13496039"/>
              <a:gd name="connsiteY15" fmla="*/ 1159506 h 5116685"/>
              <a:gd name="connsiteX16" fmla="*/ 4566655 w 13496039"/>
              <a:gd name="connsiteY16" fmla="*/ 391592 h 5116685"/>
              <a:gd name="connsiteX17" fmla="*/ 6624983 w 13496039"/>
              <a:gd name="connsiteY17" fmla="*/ 85754 h 5116685"/>
              <a:gd name="connsiteX18" fmla="*/ 7153194 w 13496039"/>
              <a:gd name="connsiteY18" fmla="*/ 370078 h 5116685"/>
              <a:gd name="connsiteX19" fmla="*/ 7659294 w 13496039"/>
              <a:gd name="connsiteY19" fmla="*/ 1308374 h 5116685"/>
              <a:gd name="connsiteX20" fmla="*/ 6722790 w 13496039"/>
              <a:gd name="connsiteY20" fmla="*/ 2747458 h 5116685"/>
              <a:gd name="connsiteX21" fmla="*/ 6118552 w 13496039"/>
              <a:gd name="connsiteY21" fmla="*/ 3360595 h 5116685"/>
              <a:gd name="connsiteX22" fmla="*/ 5918555 w 13496039"/>
              <a:gd name="connsiteY22" fmla="*/ 4206794 h 5116685"/>
              <a:gd name="connsiteX23" fmla="*/ 6748022 w 13496039"/>
              <a:gd name="connsiteY23" fmla="*/ 4947949 h 5116685"/>
              <a:gd name="connsiteX24" fmla="*/ 11105644 w 13496039"/>
              <a:gd name="connsiteY24" fmla="*/ 3188221 h 5116685"/>
              <a:gd name="connsiteX25" fmla="*/ 11331537 w 13496039"/>
              <a:gd name="connsiteY25" fmla="*/ 3017639 h 5116685"/>
              <a:gd name="connsiteX26" fmla="*/ 13496039 w 13496039"/>
              <a:gd name="connsiteY26" fmla="*/ 3162789 h 5116685"/>
              <a:gd name="connsiteX0" fmla="*/ 21792 w 13496039"/>
              <a:gd name="connsiteY0" fmla="*/ 940106 h 5116685"/>
              <a:gd name="connsiteX1" fmla="*/ 404 w 13496039"/>
              <a:gd name="connsiteY1" fmla="*/ 1106386 h 5116685"/>
              <a:gd name="connsiteX2" fmla="*/ 20058 w 13496039"/>
              <a:gd name="connsiteY2" fmla="*/ 1293368 h 5116685"/>
              <a:gd name="connsiteX3" fmla="*/ 392163 w 13496039"/>
              <a:gd name="connsiteY3" fmla="*/ 1714343 h 5116685"/>
              <a:gd name="connsiteX4" fmla="*/ 769381 w 13496039"/>
              <a:gd name="connsiteY4" fmla="*/ 1726760 h 5116685"/>
              <a:gd name="connsiteX5" fmla="*/ 1231789 w 13496039"/>
              <a:gd name="connsiteY5" fmla="*/ 1262227 h 5116685"/>
              <a:gd name="connsiteX6" fmla="*/ 1357617 w 13496039"/>
              <a:gd name="connsiteY6" fmla="*/ 967411 h 5116685"/>
              <a:gd name="connsiteX7" fmla="*/ 1636629 w 13496039"/>
              <a:gd name="connsiteY7" fmla="*/ 735676 h 5116685"/>
              <a:gd name="connsiteX8" fmla="*/ 1973343 w 13496039"/>
              <a:gd name="connsiteY8" fmla="*/ 743312 h 5116685"/>
              <a:gd name="connsiteX9" fmla="*/ 2090007 w 13496039"/>
              <a:gd name="connsiteY9" fmla="*/ 1025046 h 5116685"/>
              <a:gd name="connsiteX10" fmla="*/ 1760066 w 13496039"/>
              <a:gd name="connsiteY10" fmla="*/ 1602393 h 5116685"/>
              <a:gd name="connsiteX11" fmla="*/ 1644730 w 13496039"/>
              <a:gd name="connsiteY11" fmla="*/ 2052318 h 5116685"/>
              <a:gd name="connsiteX12" fmla="*/ 1959067 w 13496039"/>
              <a:gd name="connsiteY12" fmla="*/ 2763992 h 5116685"/>
              <a:gd name="connsiteX13" fmla="*/ 2968211 w 13496039"/>
              <a:gd name="connsiteY13" fmla="*/ 2645734 h 5116685"/>
              <a:gd name="connsiteX14" fmla="*/ 3455520 w 13496039"/>
              <a:gd name="connsiteY14" fmla="*/ 2041694 h 5116685"/>
              <a:gd name="connsiteX15" fmla="*/ 3863945 w 13496039"/>
              <a:gd name="connsiteY15" fmla="*/ 1159506 h 5116685"/>
              <a:gd name="connsiteX16" fmla="*/ 4566655 w 13496039"/>
              <a:gd name="connsiteY16" fmla="*/ 391592 h 5116685"/>
              <a:gd name="connsiteX17" fmla="*/ 6624983 w 13496039"/>
              <a:gd name="connsiteY17" fmla="*/ 85754 h 5116685"/>
              <a:gd name="connsiteX18" fmla="*/ 7153194 w 13496039"/>
              <a:gd name="connsiteY18" fmla="*/ 370078 h 5116685"/>
              <a:gd name="connsiteX19" fmla="*/ 7659294 w 13496039"/>
              <a:gd name="connsiteY19" fmla="*/ 1308374 h 5116685"/>
              <a:gd name="connsiteX20" fmla="*/ 6722790 w 13496039"/>
              <a:gd name="connsiteY20" fmla="*/ 2747458 h 5116685"/>
              <a:gd name="connsiteX21" fmla="*/ 6118552 w 13496039"/>
              <a:gd name="connsiteY21" fmla="*/ 3360595 h 5116685"/>
              <a:gd name="connsiteX22" fmla="*/ 5918555 w 13496039"/>
              <a:gd name="connsiteY22" fmla="*/ 4206794 h 5116685"/>
              <a:gd name="connsiteX23" fmla="*/ 6748022 w 13496039"/>
              <a:gd name="connsiteY23" fmla="*/ 4947949 h 5116685"/>
              <a:gd name="connsiteX24" fmla="*/ 11105644 w 13496039"/>
              <a:gd name="connsiteY24" fmla="*/ 3188221 h 5116685"/>
              <a:gd name="connsiteX25" fmla="*/ 11331537 w 13496039"/>
              <a:gd name="connsiteY25" fmla="*/ 3017639 h 5116685"/>
              <a:gd name="connsiteX26" fmla="*/ 13496039 w 13496039"/>
              <a:gd name="connsiteY26" fmla="*/ 3162789 h 5116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3496039" h="5116685">
                <a:moveTo>
                  <a:pt x="21792" y="940106"/>
                </a:moveTo>
                <a:cubicBezTo>
                  <a:pt x="4329" y="986719"/>
                  <a:pt x="3791" y="1017477"/>
                  <a:pt x="404" y="1106386"/>
                </a:cubicBezTo>
                <a:cubicBezTo>
                  <a:pt x="-193" y="1121658"/>
                  <a:pt x="-2849" y="1205388"/>
                  <a:pt x="20058" y="1293368"/>
                </a:cubicBezTo>
                <a:cubicBezTo>
                  <a:pt x="58039" y="1438917"/>
                  <a:pt x="175766" y="1633202"/>
                  <a:pt x="392163" y="1714343"/>
                </a:cubicBezTo>
                <a:cubicBezTo>
                  <a:pt x="423305" y="1726029"/>
                  <a:pt x="583793" y="1783200"/>
                  <a:pt x="769381" y="1726760"/>
                </a:cubicBezTo>
                <a:cubicBezTo>
                  <a:pt x="1058950" y="1638647"/>
                  <a:pt x="1196730" y="1338653"/>
                  <a:pt x="1231789" y="1262227"/>
                </a:cubicBezTo>
                <a:cubicBezTo>
                  <a:pt x="1292346" y="1130290"/>
                  <a:pt x="1277738" y="1082217"/>
                  <a:pt x="1357617" y="967411"/>
                </a:cubicBezTo>
                <a:cubicBezTo>
                  <a:pt x="1399250" y="907585"/>
                  <a:pt x="1482648" y="791120"/>
                  <a:pt x="1636629" y="735676"/>
                </a:cubicBezTo>
                <a:cubicBezTo>
                  <a:pt x="1691077" y="716088"/>
                  <a:pt x="1853956" y="657390"/>
                  <a:pt x="1973343" y="743312"/>
                </a:cubicBezTo>
                <a:cubicBezTo>
                  <a:pt x="2091534" y="828370"/>
                  <a:pt x="2090538" y="1000080"/>
                  <a:pt x="2090007" y="1025046"/>
                </a:cubicBezTo>
                <a:cubicBezTo>
                  <a:pt x="2085492" y="1246158"/>
                  <a:pt x="1903556" y="1302199"/>
                  <a:pt x="1760066" y="1602393"/>
                </a:cubicBezTo>
                <a:cubicBezTo>
                  <a:pt x="1726136" y="1673441"/>
                  <a:pt x="1647452" y="1842096"/>
                  <a:pt x="1644730" y="2052318"/>
                </a:cubicBezTo>
                <a:cubicBezTo>
                  <a:pt x="1643999" y="2107895"/>
                  <a:pt x="1644597" y="2552243"/>
                  <a:pt x="1959067" y="2763992"/>
                </a:cubicBezTo>
                <a:cubicBezTo>
                  <a:pt x="2351623" y="3028263"/>
                  <a:pt x="2887801" y="2697393"/>
                  <a:pt x="2968211" y="2645734"/>
                </a:cubicBezTo>
                <a:cubicBezTo>
                  <a:pt x="3183081" y="2507622"/>
                  <a:pt x="3284607" y="2329339"/>
                  <a:pt x="3455520" y="2041694"/>
                </a:cubicBezTo>
                <a:cubicBezTo>
                  <a:pt x="3696950" y="1635394"/>
                  <a:pt x="3686990" y="1472249"/>
                  <a:pt x="3863945" y="1159506"/>
                </a:cubicBezTo>
                <a:cubicBezTo>
                  <a:pt x="3927822" y="1046560"/>
                  <a:pt x="4155441" y="667815"/>
                  <a:pt x="4566655" y="391592"/>
                </a:cubicBezTo>
                <a:cubicBezTo>
                  <a:pt x="5348712" y="-133764"/>
                  <a:pt x="6283887" y="-11057"/>
                  <a:pt x="6624983" y="85754"/>
                </a:cubicBezTo>
                <a:cubicBezTo>
                  <a:pt x="6932481" y="173003"/>
                  <a:pt x="7055388" y="273466"/>
                  <a:pt x="7153194" y="370078"/>
                </a:cubicBezTo>
                <a:cubicBezTo>
                  <a:pt x="7393031" y="607059"/>
                  <a:pt x="7654712" y="929231"/>
                  <a:pt x="7659294" y="1308374"/>
                </a:cubicBezTo>
                <a:cubicBezTo>
                  <a:pt x="7666531" y="1904711"/>
                  <a:pt x="7112756" y="2399191"/>
                  <a:pt x="6722790" y="2747458"/>
                </a:cubicBezTo>
                <a:cubicBezTo>
                  <a:pt x="6471334" y="2972023"/>
                  <a:pt x="6295906" y="3068834"/>
                  <a:pt x="6118552" y="3360595"/>
                </a:cubicBezTo>
                <a:cubicBezTo>
                  <a:pt x="6028049" y="3509463"/>
                  <a:pt x="5851425" y="3884755"/>
                  <a:pt x="5918555" y="4206794"/>
                </a:cubicBezTo>
                <a:cubicBezTo>
                  <a:pt x="6015632" y="4672456"/>
                  <a:pt x="6631291" y="4903063"/>
                  <a:pt x="6748022" y="4947949"/>
                </a:cubicBezTo>
                <a:cubicBezTo>
                  <a:pt x="8369706" y="5572108"/>
                  <a:pt x="9591248" y="4347679"/>
                  <a:pt x="11105644" y="3188221"/>
                </a:cubicBezTo>
                <a:cubicBezTo>
                  <a:pt x="11131830" y="3168172"/>
                  <a:pt x="10847080" y="3376948"/>
                  <a:pt x="11331537" y="3017639"/>
                </a:cubicBezTo>
                <a:cubicBezTo>
                  <a:pt x="12382330" y="2274372"/>
                  <a:pt x="12756278" y="2863326"/>
                  <a:pt x="13496039" y="3162789"/>
                </a:cubicBezTo>
              </a:path>
            </a:pathLst>
          </a:custGeom>
          <a:noFill/>
          <a:ln w="46479" cap="flat">
            <a:solidFill>
              <a:srgbClr val="FFE291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C4FBAB6-C8FF-85B8-0F92-26C039C5E6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34" t="49058" r="29466" b="40251"/>
          <a:stretch>
            <a:fillRect/>
          </a:stretch>
        </p:blipFill>
        <p:spPr>
          <a:xfrm>
            <a:off x="3670959" y="1712192"/>
            <a:ext cx="4850079" cy="210692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12E14BF-6311-18AA-A5AB-0EFE8F7EB24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28" t="49615" r="28927" b="38312"/>
          <a:stretch>
            <a:fillRect/>
          </a:stretch>
        </p:blipFill>
        <p:spPr>
          <a:xfrm>
            <a:off x="4900238" y="3728607"/>
            <a:ext cx="2391519" cy="1164926"/>
          </a:xfrm>
          <a:prstGeom prst="rect">
            <a:avLst/>
          </a:prstGeom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1E7CD34-FF03-BC40-67C2-CE9C29FAF8A6}"/>
              </a:ext>
            </a:extLst>
          </p:cNvPr>
          <p:cNvCxnSpPr/>
          <p:nvPr/>
        </p:nvCxnSpPr>
        <p:spPr>
          <a:xfrm>
            <a:off x="1574450" y="2177143"/>
            <a:ext cx="7340081" cy="0"/>
          </a:xfrm>
          <a:prstGeom prst="line">
            <a:avLst/>
          </a:prstGeom>
          <a:ln w="9525" cap="flat" cmpd="sng" algn="ctr">
            <a:solidFill>
              <a:srgbClr val="FFE29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950C078-B5A3-BF51-5B25-F0EBD0005BA2}"/>
              </a:ext>
            </a:extLst>
          </p:cNvPr>
          <p:cNvCxnSpPr>
            <a:cxnSpLocks/>
          </p:cNvCxnSpPr>
          <p:nvPr/>
        </p:nvCxnSpPr>
        <p:spPr>
          <a:xfrm>
            <a:off x="4994150" y="673751"/>
            <a:ext cx="0" cy="3145369"/>
          </a:xfrm>
          <a:prstGeom prst="line">
            <a:avLst/>
          </a:prstGeom>
          <a:ln w="9525" cap="flat" cmpd="sng" algn="ctr">
            <a:solidFill>
              <a:srgbClr val="FFE29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D980241A-E7AB-9E53-F84C-EF635E6959F4}"/>
              </a:ext>
            </a:extLst>
          </p:cNvPr>
          <p:cNvCxnSpPr>
            <a:cxnSpLocks/>
          </p:cNvCxnSpPr>
          <p:nvPr/>
        </p:nvCxnSpPr>
        <p:spPr>
          <a:xfrm flipV="1">
            <a:off x="6941149" y="1094792"/>
            <a:ext cx="0" cy="2724328"/>
          </a:xfrm>
          <a:prstGeom prst="line">
            <a:avLst/>
          </a:prstGeom>
          <a:ln w="9525" cap="flat" cmpd="sng" algn="ctr">
            <a:solidFill>
              <a:srgbClr val="FFE29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3434F20-180F-13D5-9557-167899EA2785}"/>
              </a:ext>
            </a:extLst>
          </p:cNvPr>
          <p:cNvCxnSpPr>
            <a:cxnSpLocks/>
          </p:cNvCxnSpPr>
          <p:nvPr/>
        </p:nvCxnSpPr>
        <p:spPr>
          <a:xfrm>
            <a:off x="7940351" y="2012249"/>
            <a:ext cx="0" cy="2243219"/>
          </a:xfrm>
          <a:prstGeom prst="line">
            <a:avLst/>
          </a:prstGeom>
          <a:ln w="9525" cap="flat" cmpd="sng" algn="ctr">
            <a:solidFill>
              <a:srgbClr val="FFE29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065A8C18-9D36-898F-2CED-27530701D874}"/>
              </a:ext>
            </a:extLst>
          </p:cNvPr>
          <p:cNvCxnSpPr>
            <a:cxnSpLocks/>
          </p:cNvCxnSpPr>
          <p:nvPr/>
        </p:nvCxnSpPr>
        <p:spPr>
          <a:xfrm>
            <a:off x="5943106" y="1565018"/>
            <a:ext cx="0" cy="2637668"/>
          </a:xfrm>
          <a:prstGeom prst="line">
            <a:avLst/>
          </a:prstGeom>
          <a:ln w="9525" cap="flat" cmpd="sng" algn="ctr">
            <a:solidFill>
              <a:srgbClr val="FFE29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C81E900-41DC-D846-88D0-94075A73295E}"/>
              </a:ext>
            </a:extLst>
          </p:cNvPr>
          <p:cNvCxnSpPr/>
          <p:nvPr/>
        </p:nvCxnSpPr>
        <p:spPr>
          <a:xfrm>
            <a:off x="2844163" y="3719276"/>
            <a:ext cx="7340081" cy="0"/>
          </a:xfrm>
          <a:prstGeom prst="line">
            <a:avLst/>
          </a:prstGeom>
          <a:ln w="9525" cap="flat" cmpd="sng" algn="ctr">
            <a:solidFill>
              <a:srgbClr val="FFE29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57328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zA1OGIwYzExYjM5NjZiNWJhMjMxNWQyMzgwYjY2YT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51.5,&quot;left&quot;:108.05,&quot;top&quot;:354.9,&quot;width&quot;:817.6}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51.5,&quot;left&quot;:108.05,&quot;top&quot;:354.9,&quot;width&quot;:817.6}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51.5,&quot;left&quot;:108.05,&quot;top&quot;:354.9,&quot;width&quot;:817.6}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51.5,&quot;left&quot;:108.05,&quot;top&quot;:354.9,&quot;width&quot;:817.6}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51.5,&quot;left&quot;:108.05,&quot;top&quot;:354.9,&quot;width&quot;:817.6}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51.5,&quot;left&quot;:108.05,&quot;top&quot;:354.9,&quot;width&quot;:817.6}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51.5,&quot;left&quot;:108.05,&quot;top&quot;:354.9,&quot;width&quot;:817.6}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51.5,&quot;left&quot;:108.05,&quot;top&quot;:354.9,&quot;width&quot;:817.6}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51.5,&quot;left&quot;:108.05,&quot;top&quot;:354.9,&quot;width&quot;:817.6}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51.5,&quot;left&quot;:108.05,&quot;top&quot;:354.9,&quot;width&quot;:817.6}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51.5,&quot;left&quot;:108.05,&quot;top&quot;:354.9,&quot;width&quot;:817.6}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51.5,&quot;left&quot;:108.05,&quot;top&quot;:354.9,&quot;width&quot;:817.6}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51.5,&quot;left&quot;:108.05,&quot;top&quot;:354.9,&quot;width&quot;:817.6}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51.5,&quot;left&quot;:108.05,&quot;top&quot;:354.9,&quot;width&quot;:817.6}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51.5,&quot;left&quot;:108.05,&quot;top&quot;:354.9,&quot;width&quot;:817.6}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51.5,&quot;left&quot;:108.05,&quot;top&quot;:354.9,&quot;width&quot;:817.6}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51.5,&quot;left&quot;:108.05,&quot;top&quot;:354.9,&quot;width&quot;:817.6}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51.5,&quot;left&quot;:108.05,&quot;top&quot;:354.9,&quot;width&quot;:817.6}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51.5,&quot;left&quot;:108.05,&quot;top&quot;:354.9,&quot;width&quot;:817.6}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51.5,&quot;left&quot;:108.05,&quot;top&quot;:354.9,&quot;width&quot;:817.6}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51.5,&quot;left&quot;:108.05,&quot;top&quot;:354.9,&quot;width&quot;:817.6}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51.5,&quot;left&quot;:108.05,&quot;top&quot;:354.9,&quot;width&quot;:817.6}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51.5,&quot;left&quot;:108.05,&quot;top&quot;:354.9,&quot;width&quot;:817.6}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51.5,&quot;left&quot;:108.05,&quot;top&quot;:354.9,&quot;width&quot;:817.6}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51.5,&quot;left&quot;:108.05,&quot;top&quot;:354.9,&quot;width&quot;:817.6}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51.5,&quot;left&quot;:108.05,&quot;top&quot;:354.9,&quot;width&quot;:817.6}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51.5,&quot;left&quot;:108.05,&quot;top&quot;:354.9,&quot;width&quot;:817.6}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51.5,&quot;left&quot;:108.05,&quot;top&quot;:354.9,&quot;width&quot;:817.6}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51.5,&quot;left&quot;:108.05,&quot;top&quot;:354.9,&quot;width&quot;:817.6}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6724B"/>
      </a:accent2>
      <a:accent3>
        <a:srgbClr val="EFBB1F"/>
      </a:accent3>
      <a:accent4>
        <a:srgbClr val="75BD42"/>
      </a:accent4>
      <a:accent5>
        <a:srgbClr val="30C0B4"/>
      </a:accent5>
      <a:accent6>
        <a:srgbClr val="E05269"/>
      </a:accent6>
      <a:hlink>
        <a:srgbClr val="0026E5"/>
      </a:hlink>
      <a:folHlink>
        <a:srgbClr val="7E1FAD"/>
      </a:folHlink>
    </a:clrScheme>
    <a:fontScheme name="WPS">
      <a:majorFont>
        <a:latin typeface="思源黑体 Light"/>
        <a:ea typeface=""/>
        <a:cs typeface=""/>
        <a:font script="Jpan" typeface="ＭＳ Ｐゴシック"/>
        <a:font script="Hang" typeface="맑은 고딕"/>
        <a:font script="Hans" typeface="思源黑体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Light"/>
        <a:ea typeface=""/>
        <a:cs typeface=""/>
        <a:font script="Jpan" typeface="ＭＳ Ｐゴシック"/>
        <a:font script="Hang" typeface="맑은 고딕"/>
        <a:font script="Hans" typeface="思源黑体 Light"/>
        <a:font script="Hant" typeface="新細明體"/>
        <a:font script="Arab" typeface="思源黑体 Light"/>
        <a:font script="Hebr" typeface="思源黑体 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Light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Light"/>
        <a:ea typeface=""/>
        <a:cs typeface=""/>
        <a:font script="Jpan" typeface="ＭＳ Ｐゴシック"/>
        <a:font script="Hang" typeface="맑은 고딕"/>
        <a:font script="Hans" typeface="思源黑体 Light"/>
        <a:font script="Hant" typeface="新細明體"/>
        <a:font script="Arab" typeface="思源黑体 Light"/>
        <a:font script="Hebr" typeface="思源黑体 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Light"/>
        <a:ea typeface=""/>
        <a:cs typeface=""/>
        <a:font script="Jpan" typeface="ＭＳ Ｐゴシック"/>
        <a:font script="Hang" typeface="맑은 고딕"/>
        <a:font script="Hans" typeface="思源黑体 Light"/>
        <a:font script="Hant" typeface="新細明體"/>
        <a:font script="Arab" typeface="思源黑体 Light"/>
        <a:font script="Hebr" typeface="思源黑体 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1169</TotalTime>
  <Words>2598</Words>
  <Application>Microsoft Office PowerPoint</Application>
  <PresentationFormat>宽屏</PresentationFormat>
  <Paragraphs>413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2" baseType="lpstr">
      <vt:lpstr>Bebas</vt:lpstr>
      <vt:lpstr>Estrada Signature</vt:lpstr>
      <vt:lpstr>MiSans Normal</vt:lpstr>
      <vt:lpstr>MiSans Semibold</vt:lpstr>
      <vt:lpstr>Arial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人间小天使</dc:creator>
  <cp:lastModifiedBy>锦浩 毛</cp:lastModifiedBy>
  <cp:revision>462</cp:revision>
  <dcterms:created xsi:type="dcterms:W3CDTF">2023-10-18T07:48:00Z</dcterms:created>
  <dcterms:modified xsi:type="dcterms:W3CDTF">2025-05-14T12:26:50Z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6ACAEBB3D0384988BD2C035AE51EAF41_13</vt:lpwstr>
  </property>
  <property fmtid="{D5CDD505-2E9C-101B-9397-08002B2CF9AE}" pid="3" name="KSOProductBuildVer">
    <vt:lpwstr>2052-12.1.0.16399</vt:lpwstr>
  </property>
</Properties>
</file>